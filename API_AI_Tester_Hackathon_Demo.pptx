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8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A67814-BC49-4279-B5C2-D70BFE86A14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04B0FB-1A76-4F1E-895D-5A6192D48C81}">
      <dgm:prSet/>
      <dgm:spPr/>
      <dgm:t>
        <a:bodyPr/>
        <a:lstStyle/>
        <a:p>
          <a:r>
            <a:rPr lang="en-US" b="1" dirty="0"/>
            <a:t>Project Name:</a:t>
          </a:r>
          <a:r>
            <a:rPr lang="en-US" dirty="0"/>
            <a:t> API AI Tester </a:t>
          </a:r>
        </a:p>
      </dgm:t>
    </dgm:pt>
    <dgm:pt modelId="{08125047-D8D2-4FA4-BB6B-B7436C0C0A83}" type="parTrans" cxnId="{0415FF3E-83EC-42EF-9C4A-E00D9EFD7822}">
      <dgm:prSet/>
      <dgm:spPr/>
      <dgm:t>
        <a:bodyPr/>
        <a:lstStyle/>
        <a:p>
          <a:endParaRPr lang="en-US"/>
        </a:p>
      </dgm:t>
    </dgm:pt>
    <dgm:pt modelId="{E253FD95-FB08-4A64-9786-E4932059BE2A}" type="sibTrans" cxnId="{0415FF3E-83EC-42EF-9C4A-E00D9EFD7822}">
      <dgm:prSet/>
      <dgm:spPr/>
      <dgm:t>
        <a:bodyPr/>
        <a:lstStyle/>
        <a:p>
          <a:endParaRPr lang="en-US"/>
        </a:p>
      </dgm:t>
    </dgm:pt>
    <dgm:pt modelId="{D6BB95B0-BD26-41E5-AD72-FC6F5F57F314}">
      <dgm:prSet/>
      <dgm:spPr/>
      <dgm:t>
        <a:bodyPr/>
        <a:lstStyle/>
        <a:p>
          <a:r>
            <a:rPr lang="en-US" dirty="0"/>
            <a:t>Intelligent, AI-Powered API Testing for the Enterprise</a:t>
          </a:r>
        </a:p>
      </dgm:t>
    </dgm:pt>
    <dgm:pt modelId="{3CFEF573-10A5-42E2-9142-04DA049E99EE}" type="parTrans" cxnId="{6EC295FB-FAE4-4579-8A6E-DE7EE138A404}">
      <dgm:prSet/>
      <dgm:spPr/>
      <dgm:t>
        <a:bodyPr/>
        <a:lstStyle/>
        <a:p>
          <a:endParaRPr lang="en-US"/>
        </a:p>
      </dgm:t>
    </dgm:pt>
    <dgm:pt modelId="{BBFC30B0-8B65-46B5-BCE3-DCC81550978C}" type="sibTrans" cxnId="{6EC295FB-FAE4-4579-8A6E-DE7EE138A404}">
      <dgm:prSet/>
      <dgm:spPr/>
      <dgm:t>
        <a:bodyPr/>
        <a:lstStyle/>
        <a:p>
          <a:endParaRPr lang="en-US"/>
        </a:p>
      </dgm:t>
    </dgm:pt>
    <dgm:pt modelId="{7429F644-AEDE-47F2-A718-EF2CFE0D1900}">
      <dgm:prSet/>
      <dgm:spPr/>
      <dgm:t>
        <a:bodyPr/>
        <a:lstStyle/>
        <a:p>
          <a:r>
            <a:rPr lang="en-US" dirty="0"/>
            <a:t>Automatic generation, execution, and reporting—100% offline. </a:t>
          </a:r>
        </a:p>
      </dgm:t>
    </dgm:pt>
    <dgm:pt modelId="{D5BF2431-352D-4521-9B59-79E211D51947}" type="parTrans" cxnId="{754DC217-803E-46F5-8E1C-758EB13E7A58}">
      <dgm:prSet/>
      <dgm:spPr/>
      <dgm:t>
        <a:bodyPr/>
        <a:lstStyle/>
        <a:p>
          <a:endParaRPr lang="en-US"/>
        </a:p>
      </dgm:t>
    </dgm:pt>
    <dgm:pt modelId="{F4AFDD85-9A2A-463B-9CDC-23035EA0B2ED}" type="sibTrans" cxnId="{754DC217-803E-46F5-8E1C-758EB13E7A58}">
      <dgm:prSet/>
      <dgm:spPr/>
      <dgm:t>
        <a:bodyPr/>
        <a:lstStyle/>
        <a:p>
          <a:endParaRPr lang="en-US"/>
        </a:p>
      </dgm:t>
    </dgm:pt>
    <dgm:pt modelId="{5F65C8C3-EAEA-491C-B44E-88AC7D435FF3}" type="pres">
      <dgm:prSet presAssocID="{55A67814-BC49-4279-B5C2-D70BFE86A1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1335CF-4059-490B-97A3-9DD6ED90E3DD}" type="pres">
      <dgm:prSet presAssocID="{5704B0FB-1A76-4F1E-895D-5A6192D48C81}" presName="hierRoot1" presStyleCnt="0"/>
      <dgm:spPr/>
    </dgm:pt>
    <dgm:pt modelId="{F392A1F8-94CE-46FC-8753-BA3192D07CD8}" type="pres">
      <dgm:prSet presAssocID="{5704B0FB-1A76-4F1E-895D-5A6192D48C81}" presName="composite" presStyleCnt="0"/>
      <dgm:spPr/>
    </dgm:pt>
    <dgm:pt modelId="{71A98978-1AD6-4017-BE91-F94E7E1CF8C3}" type="pres">
      <dgm:prSet presAssocID="{5704B0FB-1A76-4F1E-895D-5A6192D48C81}" presName="background" presStyleLbl="node0" presStyleIdx="0" presStyleCnt="3"/>
      <dgm:spPr/>
    </dgm:pt>
    <dgm:pt modelId="{9D684DDD-DA20-4893-8154-DFB46A9F7BE3}" type="pres">
      <dgm:prSet presAssocID="{5704B0FB-1A76-4F1E-895D-5A6192D48C81}" presName="text" presStyleLbl="fgAcc0" presStyleIdx="0" presStyleCnt="3">
        <dgm:presLayoutVars>
          <dgm:chPref val="3"/>
        </dgm:presLayoutVars>
      </dgm:prSet>
      <dgm:spPr/>
    </dgm:pt>
    <dgm:pt modelId="{008D8F48-9137-46D5-B3A3-57FA708562CB}" type="pres">
      <dgm:prSet presAssocID="{5704B0FB-1A76-4F1E-895D-5A6192D48C81}" presName="hierChild2" presStyleCnt="0"/>
      <dgm:spPr/>
    </dgm:pt>
    <dgm:pt modelId="{0D8A1E25-9081-4EFB-B506-319948FD0A84}" type="pres">
      <dgm:prSet presAssocID="{D6BB95B0-BD26-41E5-AD72-FC6F5F57F314}" presName="hierRoot1" presStyleCnt="0"/>
      <dgm:spPr/>
    </dgm:pt>
    <dgm:pt modelId="{30F134F7-D142-4CC5-AE9E-013D82569AF8}" type="pres">
      <dgm:prSet presAssocID="{D6BB95B0-BD26-41E5-AD72-FC6F5F57F314}" presName="composite" presStyleCnt="0"/>
      <dgm:spPr/>
    </dgm:pt>
    <dgm:pt modelId="{08A97130-9A18-4EC1-9722-BA8737AAD875}" type="pres">
      <dgm:prSet presAssocID="{D6BB95B0-BD26-41E5-AD72-FC6F5F57F314}" presName="background" presStyleLbl="node0" presStyleIdx="1" presStyleCnt="3"/>
      <dgm:spPr/>
    </dgm:pt>
    <dgm:pt modelId="{5433C920-9714-4541-BBD5-C5F4D8F79141}" type="pres">
      <dgm:prSet presAssocID="{D6BB95B0-BD26-41E5-AD72-FC6F5F57F314}" presName="text" presStyleLbl="fgAcc0" presStyleIdx="1" presStyleCnt="3">
        <dgm:presLayoutVars>
          <dgm:chPref val="3"/>
        </dgm:presLayoutVars>
      </dgm:prSet>
      <dgm:spPr/>
    </dgm:pt>
    <dgm:pt modelId="{936E32BF-A421-45C8-9340-3C57BCB4F476}" type="pres">
      <dgm:prSet presAssocID="{D6BB95B0-BD26-41E5-AD72-FC6F5F57F314}" presName="hierChild2" presStyleCnt="0"/>
      <dgm:spPr/>
    </dgm:pt>
    <dgm:pt modelId="{E05DC32D-374D-48FB-811A-66F8120C32FC}" type="pres">
      <dgm:prSet presAssocID="{7429F644-AEDE-47F2-A718-EF2CFE0D1900}" presName="hierRoot1" presStyleCnt="0"/>
      <dgm:spPr/>
    </dgm:pt>
    <dgm:pt modelId="{01E52BF7-D55A-4EFE-B3BD-F63637DE6BEA}" type="pres">
      <dgm:prSet presAssocID="{7429F644-AEDE-47F2-A718-EF2CFE0D1900}" presName="composite" presStyleCnt="0"/>
      <dgm:spPr/>
    </dgm:pt>
    <dgm:pt modelId="{78AD033F-B11A-4C2F-AE3E-8DB4677993D3}" type="pres">
      <dgm:prSet presAssocID="{7429F644-AEDE-47F2-A718-EF2CFE0D1900}" presName="background" presStyleLbl="node0" presStyleIdx="2" presStyleCnt="3"/>
      <dgm:spPr/>
    </dgm:pt>
    <dgm:pt modelId="{4D0FE47D-72A7-4879-ADF5-CABBAB1538E4}" type="pres">
      <dgm:prSet presAssocID="{7429F644-AEDE-47F2-A718-EF2CFE0D1900}" presName="text" presStyleLbl="fgAcc0" presStyleIdx="2" presStyleCnt="3">
        <dgm:presLayoutVars>
          <dgm:chPref val="3"/>
        </dgm:presLayoutVars>
      </dgm:prSet>
      <dgm:spPr/>
    </dgm:pt>
    <dgm:pt modelId="{229B42F1-D3F8-4618-B74D-EC2CFEA77C4F}" type="pres">
      <dgm:prSet presAssocID="{7429F644-AEDE-47F2-A718-EF2CFE0D1900}" presName="hierChild2" presStyleCnt="0"/>
      <dgm:spPr/>
    </dgm:pt>
  </dgm:ptLst>
  <dgm:cxnLst>
    <dgm:cxn modelId="{1FB59C14-6F73-43DC-B2F0-B94663CC1F52}" type="presOf" srcId="{55A67814-BC49-4279-B5C2-D70BFE86A146}" destId="{5F65C8C3-EAEA-491C-B44E-88AC7D435FF3}" srcOrd="0" destOrd="0" presId="urn:microsoft.com/office/officeart/2005/8/layout/hierarchy1"/>
    <dgm:cxn modelId="{754DC217-803E-46F5-8E1C-758EB13E7A58}" srcId="{55A67814-BC49-4279-B5C2-D70BFE86A146}" destId="{7429F644-AEDE-47F2-A718-EF2CFE0D1900}" srcOrd="2" destOrd="0" parTransId="{D5BF2431-352D-4521-9B59-79E211D51947}" sibTransId="{F4AFDD85-9A2A-463B-9CDC-23035EA0B2ED}"/>
    <dgm:cxn modelId="{0415FF3E-83EC-42EF-9C4A-E00D9EFD7822}" srcId="{55A67814-BC49-4279-B5C2-D70BFE86A146}" destId="{5704B0FB-1A76-4F1E-895D-5A6192D48C81}" srcOrd="0" destOrd="0" parTransId="{08125047-D8D2-4FA4-BB6B-B7436C0C0A83}" sibTransId="{E253FD95-FB08-4A64-9786-E4932059BE2A}"/>
    <dgm:cxn modelId="{350DFE57-E0D7-4F41-961B-9BCF2A12A551}" type="presOf" srcId="{7429F644-AEDE-47F2-A718-EF2CFE0D1900}" destId="{4D0FE47D-72A7-4879-ADF5-CABBAB1538E4}" srcOrd="0" destOrd="0" presId="urn:microsoft.com/office/officeart/2005/8/layout/hierarchy1"/>
    <dgm:cxn modelId="{8D9808BC-6B15-4623-8600-0E3044365732}" type="presOf" srcId="{D6BB95B0-BD26-41E5-AD72-FC6F5F57F314}" destId="{5433C920-9714-4541-BBD5-C5F4D8F79141}" srcOrd="0" destOrd="0" presId="urn:microsoft.com/office/officeart/2005/8/layout/hierarchy1"/>
    <dgm:cxn modelId="{FE4309DC-A099-4E28-8C70-C5ECF14C244D}" type="presOf" srcId="{5704B0FB-1A76-4F1E-895D-5A6192D48C81}" destId="{9D684DDD-DA20-4893-8154-DFB46A9F7BE3}" srcOrd="0" destOrd="0" presId="urn:microsoft.com/office/officeart/2005/8/layout/hierarchy1"/>
    <dgm:cxn modelId="{6EC295FB-FAE4-4579-8A6E-DE7EE138A404}" srcId="{55A67814-BC49-4279-B5C2-D70BFE86A146}" destId="{D6BB95B0-BD26-41E5-AD72-FC6F5F57F314}" srcOrd="1" destOrd="0" parTransId="{3CFEF573-10A5-42E2-9142-04DA049E99EE}" sibTransId="{BBFC30B0-8B65-46B5-BCE3-DCC81550978C}"/>
    <dgm:cxn modelId="{95BF0D67-7929-4C85-B369-F7B370D82A4E}" type="presParOf" srcId="{5F65C8C3-EAEA-491C-B44E-88AC7D435FF3}" destId="{501335CF-4059-490B-97A3-9DD6ED90E3DD}" srcOrd="0" destOrd="0" presId="urn:microsoft.com/office/officeart/2005/8/layout/hierarchy1"/>
    <dgm:cxn modelId="{4D3042B2-756C-424D-B919-E0C6FD582C96}" type="presParOf" srcId="{501335CF-4059-490B-97A3-9DD6ED90E3DD}" destId="{F392A1F8-94CE-46FC-8753-BA3192D07CD8}" srcOrd="0" destOrd="0" presId="urn:microsoft.com/office/officeart/2005/8/layout/hierarchy1"/>
    <dgm:cxn modelId="{A127301A-8D14-4E5A-8690-5E1CBAAAB369}" type="presParOf" srcId="{F392A1F8-94CE-46FC-8753-BA3192D07CD8}" destId="{71A98978-1AD6-4017-BE91-F94E7E1CF8C3}" srcOrd="0" destOrd="0" presId="urn:microsoft.com/office/officeart/2005/8/layout/hierarchy1"/>
    <dgm:cxn modelId="{5820237B-8CBE-4AB0-8C51-B490E95E0893}" type="presParOf" srcId="{F392A1F8-94CE-46FC-8753-BA3192D07CD8}" destId="{9D684DDD-DA20-4893-8154-DFB46A9F7BE3}" srcOrd="1" destOrd="0" presId="urn:microsoft.com/office/officeart/2005/8/layout/hierarchy1"/>
    <dgm:cxn modelId="{21BB05A6-F9A2-44FA-BCF9-2798F1E6FE1A}" type="presParOf" srcId="{501335CF-4059-490B-97A3-9DD6ED90E3DD}" destId="{008D8F48-9137-46D5-B3A3-57FA708562CB}" srcOrd="1" destOrd="0" presId="urn:microsoft.com/office/officeart/2005/8/layout/hierarchy1"/>
    <dgm:cxn modelId="{DC2DF77F-2C4A-4980-AFE0-04A2CAE628F7}" type="presParOf" srcId="{5F65C8C3-EAEA-491C-B44E-88AC7D435FF3}" destId="{0D8A1E25-9081-4EFB-B506-319948FD0A84}" srcOrd="1" destOrd="0" presId="urn:microsoft.com/office/officeart/2005/8/layout/hierarchy1"/>
    <dgm:cxn modelId="{80052024-E184-4A64-9E3A-FA7C6A326FC5}" type="presParOf" srcId="{0D8A1E25-9081-4EFB-B506-319948FD0A84}" destId="{30F134F7-D142-4CC5-AE9E-013D82569AF8}" srcOrd="0" destOrd="0" presId="urn:microsoft.com/office/officeart/2005/8/layout/hierarchy1"/>
    <dgm:cxn modelId="{75DF61AD-B2CD-4F98-9F1A-4A84D2C8C554}" type="presParOf" srcId="{30F134F7-D142-4CC5-AE9E-013D82569AF8}" destId="{08A97130-9A18-4EC1-9722-BA8737AAD875}" srcOrd="0" destOrd="0" presId="urn:microsoft.com/office/officeart/2005/8/layout/hierarchy1"/>
    <dgm:cxn modelId="{5260F5E2-F17B-45A0-BDFC-115B5611AA90}" type="presParOf" srcId="{30F134F7-D142-4CC5-AE9E-013D82569AF8}" destId="{5433C920-9714-4541-BBD5-C5F4D8F79141}" srcOrd="1" destOrd="0" presId="urn:microsoft.com/office/officeart/2005/8/layout/hierarchy1"/>
    <dgm:cxn modelId="{174D4428-9E70-43BE-ACE7-D67762176D92}" type="presParOf" srcId="{0D8A1E25-9081-4EFB-B506-319948FD0A84}" destId="{936E32BF-A421-45C8-9340-3C57BCB4F476}" srcOrd="1" destOrd="0" presId="urn:microsoft.com/office/officeart/2005/8/layout/hierarchy1"/>
    <dgm:cxn modelId="{E0EF88CF-A8FD-4564-BF70-0336D71D1942}" type="presParOf" srcId="{5F65C8C3-EAEA-491C-B44E-88AC7D435FF3}" destId="{E05DC32D-374D-48FB-811A-66F8120C32FC}" srcOrd="2" destOrd="0" presId="urn:microsoft.com/office/officeart/2005/8/layout/hierarchy1"/>
    <dgm:cxn modelId="{0FDE0DB4-5C8A-4A6E-9186-EB63FC885373}" type="presParOf" srcId="{E05DC32D-374D-48FB-811A-66F8120C32FC}" destId="{01E52BF7-D55A-4EFE-B3BD-F63637DE6BEA}" srcOrd="0" destOrd="0" presId="urn:microsoft.com/office/officeart/2005/8/layout/hierarchy1"/>
    <dgm:cxn modelId="{7AD7B2B9-8574-4538-AE70-B792D2132AE7}" type="presParOf" srcId="{01E52BF7-D55A-4EFE-B3BD-F63637DE6BEA}" destId="{78AD033F-B11A-4C2F-AE3E-8DB4677993D3}" srcOrd="0" destOrd="0" presId="urn:microsoft.com/office/officeart/2005/8/layout/hierarchy1"/>
    <dgm:cxn modelId="{999AD1F4-D670-40CA-B09D-3DC1CE3627CB}" type="presParOf" srcId="{01E52BF7-D55A-4EFE-B3BD-F63637DE6BEA}" destId="{4D0FE47D-72A7-4879-ADF5-CABBAB1538E4}" srcOrd="1" destOrd="0" presId="urn:microsoft.com/office/officeart/2005/8/layout/hierarchy1"/>
    <dgm:cxn modelId="{D349FC21-E100-4234-9709-E3A7E82690CF}" type="presParOf" srcId="{E05DC32D-374D-48FB-811A-66F8120C32FC}" destId="{229B42F1-D3F8-4618-B74D-EC2CFEA77C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B0CBCE-50DA-46A5-AAD1-44B65C1BDB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C49A821B-4152-4F37-8383-7E4C49939AE9}">
      <dgm:prSet/>
      <dgm:spPr/>
      <dgm:t>
        <a:bodyPr/>
        <a:lstStyle/>
        <a:p>
          <a:r>
            <a:rPr lang="en-US" b="1" i="0" baseline="0" dirty="0"/>
            <a:t>The Problem:</a:t>
          </a:r>
          <a:r>
            <a:rPr lang="en-US" b="0" i="0" baseline="0" dirty="0"/>
            <a:t> Manual API testing is slow, cloud-based AI testing risks data privacy and hits quota limits. </a:t>
          </a:r>
          <a:endParaRPr lang="en-US" dirty="0"/>
        </a:p>
      </dgm:t>
    </dgm:pt>
    <dgm:pt modelId="{0B0B4BE5-B92E-4C7C-886D-8384042E4AB7}" type="parTrans" cxnId="{52CD279F-26FF-48D2-B52E-5FE67C910C54}">
      <dgm:prSet/>
      <dgm:spPr/>
      <dgm:t>
        <a:bodyPr/>
        <a:lstStyle/>
        <a:p>
          <a:endParaRPr lang="en-US"/>
        </a:p>
      </dgm:t>
    </dgm:pt>
    <dgm:pt modelId="{2FC4621F-2690-421A-B9C5-501B67976389}" type="sibTrans" cxnId="{52CD279F-26FF-48D2-B52E-5FE67C910C54}">
      <dgm:prSet/>
      <dgm:spPr/>
      <dgm:t>
        <a:bodyPr/>
        <a:lstStyle/>
        <a:p>
          <a:endParaRPr lang="en-US"/>
        </a:p>
      </dgm:t>
    </dgm:pt>
    <dgm:pt modelId="{CC57F7A7-AB82-49E5-BE96-C7768AB6587C}">
      <dgm:prSet/>
      <dgm:spPr/>
      <dgm:t>
        <a:bodyPr/>
        <a:lstStyle/>
        <a:p>
          <a:r>
            <a:rPr lang="en-US" b="1" i="0" baseline="0" dirty="0"/>
            <a:t>The Solution:</a:t>
          </a:r>
          <a:r>
            <a:rPr lang="en-US" b="0" i="0" baseline="0" dirty="0"/>
            <a:t> A modular framework that combines </a:t>
          </a:r>
          <a:r>
            <a:rPr lang="en-US" b="1" i="0" baseline="0" dirty="0"/>
            <a:t>deterministic rules</a:t>
          </a:r>
          <a:r>
            <a:rPr lang="en-US" b="0" i="0" baseline="0" dirty="0"/>
            <a:t> &amp; </a:t>
          </a:r>
          <a:r>
            <a:rPr lang="en-US" b="1" i="0" baseline="0" dirty="0"/>
            <a:t>local LLMs</a:t>
          </a:r>
          <a:r>
            <a:rPr lang="en-US" b="0" i="0" baseline="0" dirty="0"/>
            <a:t> to generate realistic test cases from </a:t>
          </a:r>
          <a:r>
            <a:rPr lang="en-US" b="0" i="0" baseline="0" dirty="0" err="1"/>
            <a:t>OpenAPI</a:t>
          </a:r>
          <a:r>
            <a:rPr lang="en-US" b="0" i="0" baseline="0" dirty="0"/>
            <a:t>/Swagger specs. </a:t>
          </a:r>
          <a:endParaRPr lang="en-US" dirty="0"/>
        </a:p>
      </dgm:t>
    </dgm:pt>
    <dgm:pt modelId="{CB500A07-19C9-4A7E-9A66-B17D59076118}" type="parTrans" cxnId="{F39AAAA2-A21D-4F7C-9D1C-CDE31260C517}">
      <dgm:prSet/>
      <dgm:spPr/>
      <dgm:t>
        <a:bodyPr/>
        <a:lstStyle/>
        <a:p>
          <a:endParaRPr lang="en-US"/>
        </a:p>
      </dgm:t>
    </dgm:pt>
    <dgm:pt modelId="{65B03994-7782-4737-96FC-EDC483CF8D64}" type="sibTrans" cxnId="{F39AAAA2-A21D-4F7C-9D1C-CDE31260C517}">
      <dgm:prSet/>
      <dgm:spPr/>
      <dgm:t>
        <a:bodyPr/>
        <a:lstStyle/>
        <a:p>
          <a:endParaRPr lang="en-US"/>
        </a:p>
      </dgm:t>
    </dgm:pt>
    <dgm:pt modelId="{BCB3B798-674D-4ACB-B120-6DEC6A0A0B8E}">
      <dgm:prSet/>
      <dgm:spPr/>
      <dgm:t>
        <a:bodyPr/>
        <a:lstStyle/>
        <a:p>
          <a:r>
            <a:rPr lang="en-US" b="1" i="0" baseline="0"/>
            <a:t>Key Value:</a:t>
          </a:r>
          <a:r>
            <a:rPr lang="en-US" b="0" i="0" baseline="0"/>
            <a:t> Fully secure, and enterprise-ready</a:t>
          </a:r>
          <a:endParaRPr lang="en-US"/>
        </a:p>
      </dgm:t>
    </dgm:pt>
    <dgm:pt modelId="{67CAC4DE-CEB1-4543-BD5F-5620749A759C}" type="parTrans" cxnId="{3791FDC1-5731-48C2-8D57-6AB60D697E5A}">
      <dgm:prSet/>
      <dgm:spPr/>
      <dgm:t>
        <a:bodyPr/>
        <a:lstStyle/>
        <a:p>
          <a:endParaRPr lang="en-US"/>
        </a:p>
      </dgm:t>
    </dgm:pt>
    <dgm:pt modelId="{301FD48F-C53F-4E79-AD34-0F89EAAB7827}" type="sibTrans" cxnId="{3791FDC1-5731-48C2-8D57-6AB60D697E5A}">
      <dgm:prSet/>
      <dgm:spPr/>
      <dgm:t>
        <a:bodyPr/>
        <a:lstStyle/>
        <a:p>
          <a:endParaRPr lang="en-US"/>
        </a:p>
      </dgm:t>
    </dgm:pt>
    <dgm:pt modelId="{7A210C40-5DB3-46F4-B049-2D0D9BCB9345}" type="pres">
      <dgm:prSet presAssocID="{1BB0CBCE-50DA-46A5-AAD1-44B65C1BDBDA}" presName="root" presStyleCnt="0">
        <dgm:presLayoutVars>
          <dgm:dir/>
          <dgm:resizeHandles val="exact"/>
        </dgm:presLayoutVars>
      </dgm:prSet>
      <dgm:spPr/>
    </dgm:pt>
    <dgm:pt modelId="{92B66B7D-5729-48E7-A9DC-14C85DA9F6CD}" type="pres">
      <dgm:prSet presAssocID="{C49A821B-4152-4F37-8383-7E4C49939AE9}" presName="compNode" presStyleCnt="0"/>
      <dgm:spPr/>
    </dgm:pt>
    <dgm:pt modelId="{A1277031-64D8-4F56-9151-5CBADD2DB936}" type="pres">
      <dgm:prSet presAssocID="{C49A821B-4152-4F37-8383-7E4C49939AE9}" presName="bgRect" presStyleLbl="bgShp" presStyleIdx="0" presStyleCnt="3"/>
      <dgm:spPr/>
    </dgm:pt>
    <dgm:pt modelId="{FCE91CA6-9CD7-4979-B58C-63E0CAA2ADC8}" type="pres">
      <dgm:prSet presAssocID="{C49A821B-4152-4F37-8383-7E4C49939A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1785DF6-121A-49AD-962F-B3EE7F0EEE94}" type="pres">
      <dgm:prSet presAssocID="{C49A821B-4152-4F37-8383-7E4C49939AE9}" presName="spaceRect" presStyleCnt="0"/>
      <dgm:spPr/>
    </dgm:pt>
    <dgm:pt modelId="{1CB2ACE4-C818-4D68-8739-2142FA06ABFB}" type="pres">
      <dgm:prSet presAssocID="{C49A821B-4152-4F37-8383-7E4C49939AE9}" presName="parTx" presStyleLbl="revTx" presStyleIdx="0" presStyleCnt="3">
        <dgm:presLayoutVars>
          <dgm:chMax val="0"/>
          <dgm:chPref val="0"/>
        </dgm:presLayoutVars>
      </dgm:prSet>
      <dgm:spPr/>
    </dgm:pt>
    <dgm:pt modelId="{19C7084F-D549-44B8-988A-4B6625A7619A}" type="pres">
      <dgm:prSet presAssocID="{2FC4621F-2690-421A-B9C5-501B67976389}" presName="sibTrans" presStyleCnt="0"/>
      <dgm:spPr/>
    </dgm:pt>
    <dgm:pt modelId="{A14D16AD-DBF9-4718-820F-2067B2A3F9C7}" type="pres">
      <dgm:prSet presAssocID="{CC57F7A7-AB82-49E5-BE96-C7768AB6587C}" presName="compNode" presStyleCnt="0"/>
      <dgm:spPr/>
    </dgm:pt>
    <dgm:pt modelId="{4A8ACCED-93A1-4A86-A241-9A27E67E7B10}" type="pres">
      <dgm:prSet presAssocID="{CC57F7A7-AB82-49E5-BE96-C7768AB6587C}" presName="bgRect" presStyleLbl="bgShp" presStyleIdx="1" presStyleCnt="3"/>
      <dgm:spPr/>
    </dgm:pt>
    <dgm:pt modelId="{B1243204-F32F-47E3-B210-648D078C6AD4}" type="pres">
      <dgm:prSet presAssocID="{CC57F7A7-AB82-49E5-BE96-C7768AB658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E58DD5D-9D4F-47FA-9250-BA6AC93E0388}" type="pres">
      <dgm:prSet presAssocID="{CC57F7A7-AB82-49E5-BE96-C7768AB6587C}" presName="spaceRect" presStyleCnt="0"/>
      <dgm:spPr/>
    </dgm:pt>
    <dgm:pt modelId="{3672FFB2-F210-4BC5-8262-EF0CBDEE3486}" type="pres">
      <dgm:prSet presAssocID="{CC57F7A7-AB82-49E5-BE96-C7768AB6587C}" presName="parTx" presStyleLbl="revTx" presStyleIdx="1" presStyleCnt="3">
        <dgm:presLayoutVars>
          <dgm:chMax val="0"/>
          <dgm:chPref val="0"/>
        </dgm:presLayoutVars>
      </dgm:prSet>
      <dgm:spPr/>
    </dgm:pt>
    <dgm:pt modelId="{401CDC10-05E3-4F8B-843F-8B413CAE2275}" type="pres">
      <dgm:prSet presAssocID="{65B03994-7782-4737-96FC-EDC483CF8D64}" presName="sibTrans" presStyleCnt="0"/>
      <dgm:spPr/>
    </dgm:pt>
    <dgm:pt modelId="{FCC8DA21-7D3C-4837-AC6D-D7E8FD745323}" type="pres">
      <dgm:prSet presAssocID="{BCB3B798-674D-4ACB-B120-6DEC6A0A0B8E}" presName="compNode" presStyleCnt="0"/>
      <dgm:spPr/>
    </dgm:pt>
    <dgm:pt modelId="{FD60C4B4-788D-40F1-8819-59FC6798170F}" type="pres">
      <dgm:prSet presAssocID="{BCB3B798-674D-4ACB-B120-6DEC6A0A0B8E}" presName="bgRect" presStyleLbl="bgShp" presStyleIdx="2" presStyleCnt="3"/>
      <dgm:spPr/>
    </dgm:pt>
    <dgm:pt modelId="{5C108C18-07CE-4BE2-8112-1BF3EC366140}" type="pres">
      <dgm:prSet presAssocID="{BCB3B798-674D-4ACB-B120-6DEC6A0A0B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6EC8E31-7CB2-4B60-BC1F-92522BA8DEA2}" type="pres">
      <dgm:prSet presAssocID="{BCB3B798-674D-4ACB-B120-6DEC6A0A0B8E}" presName="spaceRect" presStyleCnt="0"/>
      <dgm:spPr/>
    </dgm:pt>
    <dgm:pt modelId="{3BBD172C-283A-4C93-B13F-98AA99E97E34}" type="pres">
      <dgm:prSet presAssocID="{BCB3B798-674D-4ACB-B120-6DEC6A0A0B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BE0233-B62E-4130-9E1B-DFA8CA4DCB88}" type="presOf" srcId="{1BB0CBCE-50DA-46A5-AAD1-44B65C1BDBDA}" destId="{7A210C40-5DB3-46F4-B049-2D0D9BCB9345}" srcOrd="0" destOrd="0" presId="urn:microsoft.com/office/officeart/2018/2/layout/IconVerticalSolidList"/>
    <dgm:cxn modelId="{016C787E-0625-4C15-9AEA-B88167FC8DD6}" type="presOf" srcId="{C49A821B-4152-4F37-8383-7E4C49939AE9}" destId="{1CB2ACE4-C818-4D68-8739-2142FA06ABFB}" srcOrd="0" destOrd="0" presId="urn:microsoft.com/office/officeart/2018/2/layout/IconVerticalSolidList"/>
    <dgm:cxn modelId="{B66C5B8D-C374-4CB2-B939-2D33ADB1F8C3}" type="presOf" srcId="{BCB3B798-674D-4ACB-B120-6DEC6A0A0B8E}" destId="{3BBD172C-283A-4C93-B13F-98AA99E97E34}" srcOrd="0" destOrd="0" presId="urn:microsoft.com/office/officeart/2018/2/layout/IconVerticalSolidList"/>
    <dgm:cxn modelId="{52CD279F-26FF-48D2-B52E-5FE67C910C54}" srcId="{1BB0CBCE-50DA-46A5-AAD1-44B65C1BDBDA}" destId="{C49A821B-4152-4F37-8383-7E4C49939AE9}" srcOrd="0" destOrd="0" parTransId="{0B0B4BE5-B92E-4C7C-886D-8384042E4AB7}" sibTransId="{2FC4621F-2690-421A-B9C5-501B67976389}"/>
    <dgm:cxn modelId="{F39AAAA2-A21D-4F7C-9D1C-CDE31260C517}" srcId="{1BB0CBCE-50DA-46A5-AAD1-44B65C1BDBDA}" destId="{CC57F7A7-AB82-49E5-BE96-C7768AB6587C}" srcOrd="1" destOrd="0" parTransId="{CB500A07-19C9-4A7E-9A66-B17D59076118}" sibTransId="{65B03994-7782-4737-96FC-EDC483CF8D64}"/>
    <dgm:cxn modelId="{3791FDC1-5731-48C2-8D57-6AB60D697E5A}" srcId="{1BB0CBCE-50DA-46A5-AAD1-44B65C1BDBDA}" destId="{BCB3B798-674D-4ACB-B120-6DEC6A0A0B8E}" srcOrd="2" destOrd="0" parTransId="{67CAC4DE-CEB1-4543-BD5F-5620749A759C}" sibTransId="{301FD48F-C53F-4E79-AD34-0F89EAAB7827}"/>
    <dgm:cxn modelId="{3BE917F2-A0E1-4269-A241-D5121EA6347C}" type="presOf" srcId="{CC57F7A7-AB82-49E5-BE96-C7768AB6587C}" destId="{3672FFB2-F210-4BC5-8262-EF0CBDEE3486}" srcOrd="0" destOrd="0" presId="urn:microsoft.com/office/officeart/2018/2/layout/IconVerticalSolidList"/>
    <dgm:cxn modelId="{50E2306B-928A-45CF-B9D0-4C4020A03766}" type="presParOf" srcId="{7A210C40-5DB3-46F4-B049-2D0D9BCB9345}" destId="{92B66B7D-5729-48E7-A9DC-14C85DA9F6CD}" srcOrd="0" destOrd="0" presId="urn:microsoft.com/office/officeart/2018/2/layout/IconVerticalSolidList"/>
    <dgm:cxn modelId="{6D494A62-9C2D-44C2-B353-CE0DCAC6CB72}" type="presParOf" srcId="{92B66B7D-5729-48E7-A9DC-14C85DA9F6CD}" destId="{A1277031-64D8-4F56-9151-5CBADD2DB936}" srcOrd="0" destOrd="0" presId="urn:microsoft.com/office/officeart/2018/2/layout/IconVerticalSolidList"/>
    <dgm:cxn modelId="{601554D3-2CDD-4BA4-AD5A-250A4649112F}" type="presParOf" srcId="{92B66B7D-5729-48E7-A9DC-14C85DA9F6CD}" destId="{FCE91CA6-9CD7-4979-B58C-63E0CAA2ADC8}" srcOrd="1" destOrd="0" presId="urn:microsoft.com/office/officeart/2018/2/layout/IconVerticalSolidList"/>
    <dgm:cxn modelId="{75475534-17BD-4059-8AC2-E7083C25DEA3}" type="presParOf" srcId="{92B66B7D-5729-48E7-A9DC-14C85DA9F6CD}" destId="{71785DF6-121A-49AD-962F-B3EE7F0EEE94}" srcOrd="2" destOrd="0" presId="urn:microsoft.com/office/officeart/2018/2/layout/IconVerticalSolidList"/>
    <dgm:cxn modelId="{7830E31D-4C18-44CA-B07E-AF914A8DD351}" type="presParOf" srcId="{92B66B7D-5729-48E7-A9DC-14C85DA9F6CD}" destId="{1CB2ACE4-C818-4D68-8739-2142FA06ABFB}" srcOrd="3" destOrd="0" presId="urn:microsoft.com/office/officeart/2018/2/layout/IconVerticalSolidList"/>
    <dgm:cxn modelId="{08DCD690-09A4-4474-9206-D062CA331EF7}" type="presParOf" srcId="{7A210C40-5DB3-46F4-B049-2D0D9BCB9345}" destId="{19C7084F-D549-44B8-988A-4B6625A7619A}" srcOrd="1" destOrd="0" presId="urn:microsoft.com/office/officeart/2018/2/layout/IconVerticalSolidList"/>
    <dgm:cxn modelId="{A0E31574-9422-4B85-8419-F78F3CBA604A}" type="presParOf" srcId="{7A210C40-5DB3-46F4-B049-2D0D9BCB9345}" destId="{A14D16AD-DBF9-4718-820F-2067B2A3F9C7}" srcOrd="2" destOrd="0" presId="urn:microsoft.com/office/officeart/2018/2/layout/IconVerticalSolidList"/>
    <dgm:cxn modelId="{1DEAE83E-8563-4664-9129-2BCAA6F8FA85}" type="presParOf" srcId="{A14D16AD-DBF9-4718-820F-2067B2A3F9C7}" destId="{4A8ACCED-93A1-4A86-A241-9A27E67E7B10}" srcOrd="0" destOrd="0" presId="urn:microsoft.com/office/officeart/2018/2/layout/IconVerticalSolidList"/>
    <dgm:cxn modelId="{482AC3C8-2B48-467B-8595-F4EF254764ED}" type="presParOf" srcId="{A14D16AD-DBF9-4718-820F-2067B2A3F9C7}" destId="{B1243204-F32F-47E3-B210-648D078C6AD4}" srcOrd="1" destOrd="0" presId="urn:microsoft.com/office/officeart/2018/2/layout/IconVerticalSolidList"/>
    <dgm:cxn modelId="{8EB60EE7-5E25-46F4-BA5B-FC5609F6328F}" type="presParOf" srcId="{A14D16AD-DBF9-4718-820F-2067B2A3F9C7}" destId="{BE58DD5D-9D4F-47FA-9250-BA6AC93E0388}" srcOrd="2" destOrd="0" presId="urn:microsoft.com/office/officeart/2018/2/layout/IconVerticalSolidList"/>
    <dgm:cxn modelId="{DC8CFE2B-FA55-4650-A2F9-3968937FA25B}" type="presParOf" srcId="{A14D16AD-DBF9-4718-820F-2067B2A3F9C7}" destId="{3672FFB2-F210-4BC5-8262-EF0CBDEE3486}" srcOrd="3" destOrd="0" presId="urn:microsoft.com/office/officeart/2018/2/layout/IconVerticalSolidList"/>
    <dgm:cxn modelId="{5298103B-53D4-4CBC-B8B5-611AE9858C53}" type="presParOf" srcId="{7A210C40-5DB3-46F4-B049-2D0D9BCB9345}" destId="{401CDC10-05E3-4F8B-843F-8B413CAE2275}" srcOrd="3" destOrd="0" presId="urn:microsoft.com/office/officeart/2018/2/layout/IconVerticalSolidList"/>
    <dgm:cxn modelId="{664CCB0A-CB6B-4F19-B877-4B7ABFE1EF2A}" type="presParOf" srcId="{7A210C40-5DB3-46F4-B049-2D0D9BCB9345}" destId="{FCC8DA21-7D3C-4837-AC6D-D7E8FD745323}" srcOrd="4" destOrd="0" presId="urn:microsoft.com/office/officeart/2018/2/layout/IconVerticalSolidList"/>
    <dgm:cxn modelId="{825F41EB-E2A5-462D-A5BC-69B7A7A38E9A}" type="presParOf" srcId="{FCC8DA21-7D3C-4837-AC6D-D7E8FD745323}" destId="{FD60C4B4-788D-40F1-8819-59FC6798170F}" srcOrd="0" destOrd="0" presId="urn:microsoft.com/office/officeart/2018/2/layout/IconVerticalSolidList"/>
    <dgm:cxn modelId="{F641A425-15F8-4B90-A2A9-08DFCBEE75B4}" type="presParOf" srcId="{FCC8DA21-7D3C-4837-AC6D-D7E8FD745323}" destId="{5C108C18-07CE-4BE2-8112-1BF3EC366140}" srcOrd="1" destOrd="0" presId="urn:microsoft.com/office/officeart/2018/2/layout/IconVerticalSolidList"/>
    <dgm:cxn modelId="{86CA1022-4CA3-4AE3-B511-CA6C308CA6DA}" type="presParOf" srcId="{FCC8DA21-7D3C-4837-AC6D-D7E8FD745323}" destId="{46EC8E31-7CB2-4B60-BC1F-92522BA8DEA2}" srcOrd="2" destOrd="0" presId="urn:microsoft.com/office/officeart/2018/2/layout/IconVerticalSolidList"/>
    <dgm:cxn modelId="{6E572B79-75E7-42B2-B022-C057267542A1}" type="presParOf" srcId="{FCC8DA21-7D3C-4837-AC6D-D7E8FD745323}" destId="{3BBD172C-283A-4C93-B13F-98AA99E97E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34551A-2DAA-4891-90E9-61300A282D6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88F0C25-8109-44CE-8BF8-5D92C85F2616}">
      <dgm:prSet/>
      <dgm:spPr/>
      <dgm:t>
        <a:bodyPr/>
        <a:lstStyle/>
        <a:p>
          <a:r>
            <a:rPr lang="en-US" b="1" i="0" baseline="0"/>
            <a:t>Local LLM Runtime:</a:t>
          </a:r>
          <a:r>
            <a:rPr lang="en-US" b="0" i="0" baseline="0"/>
            <a:t> Uses </a:t>
          </a:r>
          <a:r>
            <a:rPr lang="en-US" b="1" i="0" baseline="0"/>
            <a:t>Ollama</a:t>
          </a:r>
          <a:r>
            <a:rPr lang="en-US" b="0" i="0" baseline="0"/>
            <a:t> to run models locally—no API keys or cloud data leakage. </a:t>
          </a:r>
          <a:endParaRPr lang="en-US"/>
        </a:p>
      </dgm:t>
    </dgm:pt>
    <dgm:pt modelId="{27900549-390F-4395-A862-09B516136A40}" type="parTrans" cxnId="{ED211DBD-FDD1-4066-81EE-395C9090C106}">
      <dgm:prSet/>
      <dgm:spPr/>
      <dgm:t>
        <a:bodyPr/>
        <a:lstStyle/>
        <a:p>
          <a:endParaRPr lang="en-US"/>
        </a:p>
      </dgm:t>
    </dgm:pt>
    <dgm:pt modelId="{727B63EA-9523-4E0D-8306-415F6C0AD84C}" type="sibTrans" cxnId="{ED211DBD-FDD1-4066-81EE-395C9090C106}">
      <dgm:prSet/>
      <dgm:spPr/>
      <dgm:t>
        <a:bodyPr/>
        <a:lstStyle/>
        <a:p>
          <a:endParaRPr lang="en-US"/>
        </a:p>
      </dgm:t>
    </dgm:pt>
    <dgm:pt modelId="{6E89DCA3-99F8-4688-A5D1-6AF7966F6506}">
      <dgm:prSet/>
      <dgm:spPr/>
      <dgm:t>
        <a:bodyPr/>
        <a:lstStyle/>
        <a:p>
          <a:r>
            <a:rPr lang="en-US" b="1" i="0" baseline="0"/>
            <a:t>Model Flexibility:</a:t>
          </a:r>
          <a:r>
            <a:rPr lang="en-US" b="0" i="0" baseline="0"/>
            <a:t> Supports various models based on need: </a:t>
          </a:r>
          <a:endParaRPr lang="en-US"/>
        </a:p>
      </dgm:t>
    </dgm:pt>
    <dgm:pt modelId="{861B235E-1D7D-4828-B0A6-5EB7A98AF6BE}" type="parTrans" cxnId="{B64C18D8-E158-4E9B-B440-6F8588C6C402}">
      <dgm:prSet/>
      <dgm:spPr/>
      <dgm:t>
        <a:bodyPr/>
        <a:lstStyle/>
        <a:p>
          <a:endParaRPr lang="en-US"/>
        </a:p>
      </dgm:t>
    </dgm:pt>
    <dgm:pt modelId="{0FAF7FFF-EAEE-4AFF-9867-359DD580ACC1}" type="sibTrans" cxnId="{B64C18D8-E158-4E9B-B440-6F8588C6C402}">
      <dgm:prSet/>
      <dgm:spPr/>
      <dgm:t>
        <a:bodyPr/>
        <a:lstStyle/>
        <a:p>
          <a:endParaRPr lang="en-US"/>
        </a:p>
      </dgm:t>
    </dgm:pt>
    <dgm:pt modelId="{A7FD9850-EB99-4A8E-8728-CECFC806E285}">
      <dgm:prSet/>
      <dgm:spPr/>
      <dgm:t>
        <a:bodyPr/>
        <a:lstStyle/>
        <a:p>
          <a:r>
            <a:rPr lang="en-US" b="0" i="1" baseline="0" dirty="0"/>
            <a:t>Fast:</a:t>
          </a:r>
          <a:r>
            <a:rPr lang="en-US" b="0" i="0" baseline="0" dirty="0"/>
            <a:t> Qwen 2.5 (0.5B) for quick creation.</a:t>
          </a:r>
          <a:endParaRPr lang="en-US" dirty="0"/>
        </a:p>
      </dgm:t>
    </dgm:pt>
    <dgm:pt modelId="{8CBCE7C8-32A3-4025-9DFC-BF8A59863806}" type="parTrans" cxnId="{FB55EB73-E4C4-40BE-B00B-0009C7489B47}">
      <dgm:prSet/>
      <dgm:spPr/>
      <dgm:t>
        <a:bodyPr/>
        <a:lstStyle/>
        <a:p>
          <a:endParaRPr lang="en-US"/>
        </a:p>
      </dgm:t>
    </dgm:pt>
    <dgm:pt modelId="{BA2DCFD0-5C19-4E48-881F-858DE3A3E1AA}" type="sibTrans" cxnId="{FB55EB73-E4C4-40BE-B00B-0009C7489B47}">
      <dgm:prSet/>
      <dgm:spPr/>
      <dgm:t>
        <a:bodyPr/>
        <a:lstStyle/>
        <a:p>
          <a:endParaRPr lang="en-US"/>
        </a:p>
      </dgm:t>
    </dgm:pt>
    <dgm:pt modelId="{0250531D-AFED-415F-9317-F881D8432B4F}">
      <dgm:prSet/>
      <dgm:spPr/>
      <dgm:t>
        <a:bodyPr/>
        <a:lstStyle/>
        <a:p>
          <a:r>
            <a:rPr lang="en-US" b="0" i="1" baseline="0"/>
            <a:t>Powerful:</a:t>
          </a:r>
          <a:r>
            <a:rPr lang="en-US" b="0" i="0" baseline="0"/>
            <a:t> Llama 3 (8B) for production-grade deep reasoning.</a:t>
          </a:r>
          <a:endParaRPr lang="en-US"/>
        </a:p>
      </dgm:t>
    </dgm:pt>
    <dgm:pt modelId="{B8D8D8E6-1426-43CA-904C-EB2B656741F0}" type="parTrans" cxnId="{CEBC3481-84E7-43C5-9510-8DBB4A5723F0}">
      <dgm:prSet/>
      <dgm:spPr/>
      <dgm:t>
        <a:bodyPr/>
        <a:lstStyle/>
        <a:p>
          <a:endParaRPr lang="en-US"/>
        </a:p>
      </dgm:t>
    </dgm:pt>
    <dgm:pt modelId="{D59183E8-BFB6-4770-B423-CD5F12CEAE5D}" type="sibTrans" cxnId="{CEBC3481-84E7-43C5-9510-8DBB4A5723F0}">
      <dgm:prSet/>
      <dgm:spPr/>
      <dgm:t>
        <a:bodyPr/>
        <a:lstStyle/>
        <a:p>
          <a:endParaRPr lang="en-US"/>
        </a:p>
      </dgm:t>
    </dgm:pt>
    <dgm:pt modelId="{64D75513-A855-468F-9325-41E43E93D2E4}">
      <dgm:prSet/>
      <dgm:spPr/>
      <dgm:t>
        <a:bodyPr/>
        <a:lstStyle/>
        <a:p>
          <a:r>
            <a:rPr lang="en-US" b="1" i="0" baseline="0"/>
            <a:t>Smart Fallback:</a:t>
          </a:r>
          <a:r>
            <a:rPr lang="en-US" b="0" i="0" baseline="0"/>
            <a:t> If the LLM is unavailable, the system reverts to reliable rule-based generation.</a:t>
          </a:r>
          <a:endParaRPr lang="en-US"/>
        </a:p>
      </dgm:t>
    </dgm:pt>
    <dgm:pt modelId="{4CE8FFD1-8BA9-4D8E-98E0-83FC49023651}" type="parTrans" cxnId="{53B944C6-33AA-4AA3-B767-758D2ECAC85C}">
      <dgm:prSet/>
      <dgm:spPr/>
      <dgm:t>
        <a:bodyPr/>
        <a:lstStyle/>
        <a:p>
          <a:endParaRPr lang="en-US"/>
        </a:p>
      </dgm:t>
    </dgm:pt>
    <dgm:pt modelId="{F902BDAF-0F47-45BB-AFA8-29B738FBEB10}" type="sibTrans" cxnId="{53B944C6-33AA-4AA3-B767-758D2ECAC85C}">
      <dgm:prSet/>
      <dgm:spPr/>
      <dgm:t>
        <a:bodyPr/>
        <a:lstStyle/>
        <a:p>
          <a:endParaRPr lang="en-US"/>
        </a:p>
      </dgm:t>
    </dgm:pt>
    <dgm:pt modelId="{57ABD2E1-80FE-4C51-BF81-598B8094F09E}" type="pres">
      <dgm:prSet presAssocID="{0B34551A-2DAA-4891-90E9-61300A282D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F2BDC6-BBDD-43E9-9209-7D34533717C6}" type="pres">
      <dgm:prSet presAssocID="{C88F0C25-8109-44CE-8BF8-5D92C85F2616}" presName="hierRoot1" presStyleCnt="0"/>
      <dgm:spPr/>
    </dgm:pt>
    <dgm:pt modelId="{982E61C1-10C8-49F7-B941-6C366A8E6329}" type="pres">
      <dgm:prSet presAssocID="{C88F0C25-8109-44CE-8BF8-5D92C85F2616}" presName="composite" presStyleCnt="0"/>
      <dgm:spPr/>
    </dgm:pt>
    <dgm:pt modelId="{39C398C6-4733-47FF-963A-B99E79B1F6AF}" type="pres">
      <dgm:prSet presAssocID="{C88F0C25-8109-44CE-8BF8-5D92C85F2616}" presName="background" presStyleLbl="node0" presStyleIdx="0" presStyleCnt="3"/>
      <dgm:spPr/>
    </dgm:pt>
    <dgm:pt modelId="{6BADDD1A-29CA-4AE3-A0FC-169B154502BC}" type="pres">
      <dgm:prSet presAssocID="{C88F0C25-8109-44CE-8BF8-5D92C85F2616}" presName="text" presStyleLbl="fgAcc0" presStyleIdx="0" presStyleCnt="3">
        <dgm:presLayoutVars>
          <dgm:chPref val="3"/>
        </dgm:presLayoutVars>
      </dgm:prSet>
      <dgm:spPr/>
    </dgm:pt>
    <dgm:pt modelId="{7C8B36D2-53B8-411B-85A9-089A2ED50887}" type="pres">
      <dgm:prSet presAssocID="{C88F0C25-8109-44CE-8BF8-5D92C85F2616}" presName="hierChild2" presStyleCnt="0"/>
      <dgm:spPr/>
    </dgm:pt>
    <dgm:pt modelId="{1498F450-3B3C-4879-B43A-1F2AF862D093}" type="pres">
      <dgm:prSet presAssocID="{6E89DCA3-99F8-4688-A5D1-6AF7966F6506}" presName="hierRoot1" presStyleCnt="0"/>
      <dgm:spPr/>
    </dgm:pt>
    <dgm:pt modelId="{32FB77B6-686D-4009-98AD-3D54B587D347}" type="pres">
      <dgm:prSet presAssocID="{6E89DCA3-99F8-4688-A5D1-6AF7966F6506}" presName="composite" presStyleCnt="0"/>
      <dgm:spPr/>
    </dgm:pt>
    <dgm:pt modelId="{2288D7FD-B212-45B3-80B9-2CE217379188}" type="pres">
      <dgm:prSet presAssocID="{6E89DCA3-99F8-4688-A5D1-6AF7966F6506}" presName="background" presStyleLbl="node0" presStyleIdx="1" presStyleCnt="3"/>
      <dgm:spPr/>
    </dgm:pt>
    <dgm:pt modelId="{53BBE291-F132-42B7-A8A6-16B5EBA52D57}" type="pres">
      <dgm:prSet presAssocID="{6E89DCA3-99F8-4688-A5D1-6AF7966F6506}" presName="text" presStyleLbl="fgAcc0" presStyleIdx="1" presStyleCnt="3">
        <dgm:presLayoutVars>
          <dgm:chPref val="3"/>
        </dgm:presLayoutVars>
      </dgm:prSet>
      <dgm:spPr/>
    </dgm:pt>
    <dgm:pt modelId="{1A357FFE-7DD7-4BA5-AD53-F571C55F7C54}" type="pres">
      <dgm:prSet presAssocID="{6E89DCA3-99F8-4688-A5D1-6AF7966F6506}" presName="hierChild2" presStyleCnt="0"/>
      <dgm:spPr/>
    </dgm:pt>
    <dgm:pt modelId="{E88AE800-61AA-4BB8-89BD-9E5C0FF69C32}" type="pres">
      <dgm:prSet presAssocID="{8CBCE7C8-32A3-4025-9DFC-BF8A59863806}" presName="Name10" presStyleLbl="parChTrans1D2" presStyleIdx="0" presStyleCnt="2"/>
      <dgm:spPr/>
    </dgm:pt>
    <dgm:pt modelId="{510EB154-EA88-425A-8201-49F3E183EC7F}" type="pres">
      <dgm:prSet presAssocID="{A7FD9850-EB99-4A8E-8728-CECFC806E285}" presName="hierRoot2" presStyleCnt="0"/>
      <dgm:spPr/>
    </dgm:pt>
    <dgm:pt modelId="{86C07264-4C59-42F9-88FE-D38C71DBD658}" type="pres">
      <dgm:prSet presAssocID="{A7FD9850-EB99-4A8E-8728-CECFC806E285}" presName="composite2" presStyleCnt="0"/>
      <dgm:spPr/>
    </dgm:pt>
    <dgm:pt modelId="{36861212-7C05-4A25-BB8C-BEB4C4EDDEC2}" type="pres">
      <dgm:prSet presAssocID="{A7FD9850-EB99-4A8E-8728-CECFC806E285}" presName="background2" presStyleLbl="node2" presStyleIdx="0" presStyleCnt="2"/>
      <dgm:spPr/>
    </dgm:pt>
    <dgm:pt modelId="{EE5B361E-FF57-4D04-82AF-2640FEDBF1FB}" type="pres">
      <dgm:prSet presAssocID="{A7FD9850-EB99-4A8E-8728-CECFC806E285}" presName="text2" presStyleLbl="fgAcc2" presStyleIdx="0" presStyleCnt="2">
        <dgm:presLayoutVars>
          <dgm:chPref val="3"/>
        </dgm:presLayoutVars>
      </dgm:prSet>
      <dgm:spPr/>
    </dgm:pt>
    <dgm:pt modelId="{547E26A4-8962-41CE-BB68-A1CC1901F6B5}" type="pres">
      <dgm:prSet presAssocID="{A7FD9850-EB99-4A8E-8728-CECFC806E285}" presName="hierChild3" presStyleCnt="0"/>
      <dgm:spPr/>
    </dgm:pt>
    <dgm:pt modelId="{2157B08A-DE6A-46EA-8D0C-EE0D5093B29E}" type="pres">
      <dgm:prSet presAssocID="{B8D8D8E6-1426-43CA-904C-EB2B656741F0}" presName="Name10" presStyleLbl="parChTrans1D2" presStyleIdx="1" presStyleCnt="2"/>
      <dgm:spPr/>
    </dgm:pt>
    <dgm:pt modelId="{9957353F-B455-433E-8711-0C4370030470}" type="pres">
      <dgm:prSet presAssocID="{0250531D-AFED-415F-9317-F881D8432B4F}" presName="hierRoot2" presStyleCnt="0"/>
      <dgm:spPr/>
    </dgm:pt>
    <dgm:pt modelId="{8D27DE5D-F0F9-426A-990F-D9B5E2974454}" type="pres">
      <dgm:prSet presAssocID="{0250531D-AFED-415F-9317-F881D8432B4F}" presName="composite2" presStyleCnt="0"/>
      <dgm:spPr/>
    </dgm:pt>
    <dgm:pt modelId="{1D08BD85-5F1C-4224-ACCB-73BC90B8D558}" type="pres">
      <dgm:prSet presAssocID="{0250531D-AFED-415F-9317-F881D8432B4F}" presName="background2" presStyleLbl="node2" presStyleIdx="1" presStyleCnt="2"/>
      <dgm:spPr/>
    </dgm:pt>
    <dgm:pt modelId="{0669D90F-8617-4ADB-B82C-27F513362998}" type="pres">
      <dgm:prSet presAssocID="{0250531D-AFED-415F-9317-F881D8432B4F}" presName="text2" presStyleLbl="fgAcc2" presStyleIdx="1" presStyleCnt="2">
        <dgm:presLayoutVars>
          <dgm:chPref val="3"/>
        </dgm:presLayoutVars>
      </dgm:prSet>
      <dgm:spPr/>
    </dgm:pt>
    <dgm:pt modelId="{E7955C33-3C62-47BD-A9A2-9A52A3189D69}" type="pres">
      <dgm:prSet presAssocID="{0250531D-AFED-415F-9317-F881D8432B4F}" presName="hierChild3" presStyleCnt="0"/>
      <dgm:spPr/>
    </dgm:pt>
    <dgm:pt modelId="{D9D87118-C1F3-43A6-9147-8AB04E58F174}" type="pres">
      <dgm:prSet presAssocID="{64D75513-A855-468F-9325-41E43E93D2E4}" presName="hierRoot1" presStyleCnt="0"/>
      <dgm:spPr/>
    </dgm:pt>
    <dgm:pt modelId="{76B6FA9C-6207-4D73-B563-09200B352B3A}" type="pres">
      <dgm:prSet presAssocID="{64D75513-A855-468F-9325-41E43E93D2E4}" presName="composite" presStyleCnt="0"/>
      <dgm:spPr/>
    </dgm:pt>
    <dgm:pt modelId="{D666A3BB-1865-4B01-BF87-D24A3B2934B2}" type="pres">
      <dgm:prSet presAssocID="{64D75513-A855-468F-9325-41E43E93D2E4}" presName="background" presStyleLbl="node0" presStyleIdx="2" presStyleCnt="3"/>
      <dgm:spPr/>
    </dgm:pt>
    <dgm:pt modelId="{5990929D-50FB-4504-A4C5-C0133E03BA70}" type="pres">
      <dgm:prSet presAssocID="{64D75513-A855-468F-9325-41E43E93D2E4}" presName="text" presStyleLbl="fgAcc0" presStyleIdx="2" presStyleCnt="3">
        <dgm:presLayoutVars>
          <dgm:chPref val="3"/>
        </dgm:presLayoutVars>
      </dgm:prSet>
      <dgm:spPr/>
    </dgm:pt>
    <dgm:pt modelId="{C271B254-AA7D-4A0F-9748-28C939A5348E}" type="pres">
      <dgm:prSet presAssocID="{64D75513-A855-468F-9325-41E43E93D2E4}" presName="hierChild2" presStyleCnt="0"/>
      <dgm:spPr/>
    </dgm:pt>
  </dgm:ptLst>
  <dgm:cxnLst>
    <dgm:cxn modelId="{8A547103-42FC-49DD-B18B-7AED180BB36B}" type="presOf" srcId="{0B34551A-2DAA-4891-90E9-61300A282D6A}" destId="{57ABD2E1-80FE-4C51-BF81-598B8094F09E}" srcOrd="0" destOrd="0" presId="urn:microsoft.com/office/officeart/2005/8/layout/hierarchy1"/>
    <dgm:cxn modelId="{440A7510-225B-4682-A3FE-92F179A8730E}" type="presOf" srcId="{8CBCE7C8-32A3-4025-9DFC-BF8A59863806}" destId="{E88AE800-61AA-4BB8-89BD-9E5C0FF69C32}" srcOrd="0" destOrd="0" presId="urn:microsoft.com/office/officeart/2005/8/layout/hierarchy1"/>
    <dgm:cxn modelId="{11AEA820-6B70-48E6-B72C-D47552F78AC1}" type="presOf" srcId="{64D75513-A855-468F-9325-41E43E93D2E4}" destId="{5990929D-50FB-4504-A4C5-C0133E03BA70}" srcOrd="0" destOrd="0" presId="urn:microsoft.com/office/officeart/2005/8/layout/hierarchy1"/>
    <dgm:cxn modelId="{E74A5C62-1F58-42E5-B1ED-178208B8152D}" type="presOf" srcId="{0250531D-AFED-415F-9317-F881D8432B4F}" destId="{0669D90F-8617-4ADB-B82C-27F513362998}" srcOrd="0" destOrd="0" presId="urn:microsoft.com/office/officeart/2005/8/layout/hierarchy1"/>
    <dgm:cxn modelId="{865D8A44-A4B2-4FA9-A92D-D290D3D3E60E}" type="presOf" srcId="{6E89DCA3-99F8-4688-A5D1-6AF7966F6506}" destId="{53BBE291-F132-42B7-A8A6-16B5EBA52D57}" srcOrd="0" destOrd="0" presId="urn:microsoft.com/office/officeart/2005/8/layout/hierarchy1"/>
    <dgm:cxn modelId="{AF9E9073-A039-4076-A128-4F3AD9EBCAB5}" type="presOf" srcId="{C88F0C25-8109-44CE-8BF8-5D92C85F2616}" destId="{6BADDD1A-29CA-4AE3-A0FC-169B154502BC}" srcOrd="0" destOrd="0" presId="urn:microsoft.com/office/officeart/2005/8/layout/hierarchy1"/>
    <dgm:cxn modelId="{FB55EB73-E4C4-40BE-B00B-0009C7489B47}" srcId="{6E89DCA3-99F8-4688-A5D1-6AF7966F6506}" destId="{A7FD9850-EB99-4A8E-8728-CECFC806E285}" srcOrd="0" destOrd="0" parTransId="{8CBCE7C8-32A3-4025-9DFC-BF8A59863806}" sibTransId="{BA2DCFD0-5C19-4E48-881F-858DE3A3E1AA}"/>
    <dgm:cxn modelId="{CEBC3481-84E7-43C5-9510-8DBB4A5723F0}" srcId="{6E89DCA3-99F8-4688-A5D1-6AF7966F6506}" destId="{0250531D-AFED-415F-9317-F881D8432B4F}" srcOrd="1" destOrd="0" parTransId="{B8D8D8E6-1426-43CA-904C-EB2B656741F0}" sibTransId="{D59183E8-BFB6-4770-B423-CD5F12CEAE5D}"/>
    <dgm:cxn modelId="{F168A693-F426-4558-A6B0-B1D31ED1A420}" type="presOf" srcId="{B8D8D8E6-1426-43CA-904C-EB2B656741F0}" destId="{2157B08A-DE6A-46EA-8D0C-EE0D5093B29E}" srcOrd="0" destOrd="0" presId="urn:microsoft.com/office/officeart/2005/8/layout/hierarchy1"/>
    <dgm:cxn modelId="{69B0C599-5A0E-4773-9880-8703133E86AB}" type="presOf" srcId="{A7FD9850-EB99-4A8E-8728-CECFC806E285}" destId="{EE5B361E-FF57-4D04-82AF-2640FEDBF1FB}" srcOrd="0" destOrd="0" presId="urn:microsoft.com/office/officeart/2005/8/layout/hierarchy1"/>
    <dgm:cxn modelId="{ED211DBD-FDD1-4066-81EE-395C9090C106}" srcId="{0B34551A-2DAA-4891-90E9-61300A282D6A}" destId="{C88F0C25-8109-44CE-8BF8-5D92C85F2616}" srcOrd="0" destOrd="0" parTransId="{27900549-390F-4395-A862-09B516136A40}" sibTransId="{727B63EA-9523-4E0D-8306-415F6C0AD84C}"/>
    <dgm:cxn modelId="{53B944C6-33AA-4AA3-B767-758D2ECAC85C}" srcId="{0B34551A-2DAA-4891-90E9-61300A282D6A}" destId="{64D75513-A855-468F-9325-41E43E93D2E4}" srcOrd="2" destOrd="0" parTransId="{4CE8FFD1-8BA9-4D8E-98E0-83FC49023651}" sibTransId="{F902BDAF-0F47-45BB-AFA8-29B738FBEB10}"/>
    <dgm:cxn modelId="{B64C18D8-E158-4E9B-B440-6F8588C6C402}" srcId="{0B34551A-2DAA-4891-90E9-61300A282D6A}" destId="{6E89DCA3-99F8-4688-A5D1-6AF7966F6506}" srcOrd="1" destOrd="0" parTransId="{861B235E-1D7D-4828-B0A6-5EB7A98AF6BE}" sibTransId="{0FAF7FFF-EAEE-4AFF-9867-359DD580ACC1}"/>
    <dgm:cxn modelId="{41880854-CC76-4490-B255-272F30A53EC5}" type="presParOf" srcId="{57ABD2E1-80FE-4C51-BF81-598B8094F09E}" destId="{A9F2BDC6-BBDD-43E9-9209-7D34533717C6}" srcOrd="0" destOrd="0" presId="urn:microsoft.com/office/officeart/2005/8/layout/hierarchy1"/>
    <dgm:cxn modelId="{E90FEE10-22E3-49C1-B851-232B9657BC1B}" type="presParOf" srcId="{A9F2BDC6-BBDD-43E9-9209-7D34533717C6}" destId="{982E61C1-10C8-49F7-B941-6C366A8E6329}" srcOrd="0" destOrd="0" presId="urn:microsoft.com/office/officeart/2005/8/layout/hierarchy1"/>
    <dgm:cxn modelId="{5E27BA1C-5FAA-496D-963B-A6D0844E5154}" type="presParOf" srcId="{982E61C1-10C8-49F7-B941-6C366A8E6329}" destId="{39C398C6-4733-47FF-963A-B99E79B1F6AF}" srcOrd="0" destOrd="0" presId="urn:microsoft.com/office/officeart/2005/8/layout/hierarchy1"/>
    <dgm:cxn modelId="{BCCBE418-EABA-4DB2-81F9-144FF70C208C}" type="presParOf" srcId="{982E61C1-10C8-49F7-B941-6C366A8E6329}" destId="{6BADDD1A-29CA-4AE3-A0FC-169B154502BC}" srcOrd="1" destOrd="0" presId="urn:microsoft.com/office/officeart/2005/8/layout/hierarchy1"/>
    <dgm:cxn modelId="{55E2F00C-3830-47D3-A814-05A7474050B6}" type="presParOf" srcId="{A9F2BDC6-BBDD-43E9-9209-7D34533717C6}" destId="{7C8B36D2-53B8-411B-85A9-089A2ED50887}" srcOrd="1" destOrd="0" presId="urn:microsoft.com/office/officeart/2005/8/layout/hierarchy1"/>
    <dgm:cxn modelId="{5A972268-564E-40A6-A46A-8A5494360BAC}" type="presParOf" srcId="{57ABD2E1-80FE-4C51-BF81-598B8094F09E}" destId="{1498F450-3B3C-4879-B43A-1F2AF862D093}" srcOrd="1" destOrd="0" presId="urn:microsoft.com/office/officeart/2005/8/layout/hierarchy1"/>
    <dgm:cxn modelId="{ADA23A91-356D-4CD2-8A83-6F877E400550}" type="presParOf" srcId="{1498F450-3B3C-4879-B43A-1F2AF862D093}" destId="{32FB77B6-686D-4009-98AD-3D54B587D347}" srcOrd="0" destOrd="0" presId="urn:microsoft.com/office/officeart/2005/8/layout/hierarchy1"/>
    <dgm:cxn modelId="{9345CC15-CD16-4100-90F5-539700F356AF}" type="presParOf" srcId="{32FB77B6-686D-4009-98AD-3D54B587D347}" destId="{2288D7FD-B212-45B3-80B9-2CE217379188}" srcOrd="0" destOrd="0" presId="urn:microsoft.com/office/officeart/2005/8/layout/hierarchy1"/>
    <dgm:cxn modelId="{57D05FDD-43D5-431F-B399-8FE13A3080A0}" type="presParOf" srcId="{32FB77B6-686D-4009-98AD-3D54B587D347}" destId="{53BBE291-F132-42B7-A8A6-16B5EBA52D57}" srcOrd="1" destOrd="0" presId="urn:microsoft.com/office/officeart/2005/8/layout/hierarchy1"/>
    <dgm:cxn modelId="{4C90F641-39C6-48E3-B2D4-CA5D215FA4CB}" type="presParOf" srcId="{1498F450-3B3C-4879-B43A-1F2AF862D093}" destId="{1A357FFE-7DD7-4BA5-AD53-F571C55F7C54}" srcOrd="1" destOrd="0" presId="urn:microsoft.com/office/officeart/2005/8/layout/hierarchy1"/>
    <dgm:cxn modelId="{2814E359-F438-44E1-BABA-5E41B3A9C465}" type="presParOf" srcId="{1A357FFE-7DD7-4BA5-AD53-F571C55F7C54}" destId="{E88AE800-61AA-4BB8-89BD-9E5C0FF69C32}" srcOrd="0" destOrd="0" presId="urn:microsoft.com/office/officeart/2005/8/layout/hierarchy1"/>
    <dgm:cxn modelId="{6DECD050-4582-40CD-8726-0D91230ECF13}" type="presParOf" srcId="{1A357FFE-7DD7-4BA5-AD53-F571C55F7C54}" destId="{510EB154-EA88-425A-8201-49F3E183EC7F}" srcOrd="1" destOrd="0" presId="urn:microsoft.com/office/officeart/2005/8/layout/hierarchy1"/>
    <dgm:cxn modelId="{A12A5763-37DA-4B2A-8DC5-A05CFDA07813}" type="presParOf" srcId="{510EB154-EA88-425A-8201-49F3E183EC7F}" destId="{86C07264-4C59-42F9-88FE-D38C71DBD658}" srcOrd="0" destOrd="0" presId="urn:microsoft.com/office/officeart/2005/8/layout/hierarchy1"/>
    <dgm:cxn modelId="{8E6D7BB3-CAA3-4A69-A3B1-4ED68C4C4544}" type="presParOf" srcId="{86C07264-4C59-42F9-88FE-D38C71DBD658}" destId="{36861212-7C05-4A25-BB8C-BEB4C4EDDEC2}" srcOrd="0" destOrd="0" presId="urn:microsoft.com/office/officeart/2005/8/layout/hierarchy1"/>
    <dgm:cxn modelId="{47C6D8C7-78D0-4894-8BDD-94D4398B0925}" type="presParOf" srcId="{86C07264-4C59-42F9-88FE-D38C71DBD658}" destId="{EE5B361E-FF57-4D04-82AF-2640FEDBF1FB}" srcOrd="1" destOrd="0" presId="urn:microsoft.com/office/officeart/2005/8/layout/hierarchy1"/>
    <dgm:cxn modelId="{1AC85B9B-5A0B-4B0C-9C19-70752014A32E}" type="presParOf" srcId="{510EB154-EA88-425A-8201-49F3E183EC7F}" destId="{547E26A4-8962-41CE-BB68-A1CC1901F6B5}" srcOrd="1" destOrd="0" presId="urn:microsoft.com/office/officeart/2005/8/layout/hierarchy1"/>
    <dgm:cxn modelId="{6B17F820-88DF-49AE-AF28-2848F4AD5912}" type="presParOf" srcId="{1A357FFE-7DD7-4BA5-AD53-F571C55F7C54}" destId="{2157B08A-DE6A-46EA-8D0C-EE0D5093B29E}" srcOrd="2" destOrd="0" presId="urn:microsoft.com/office/officeart/2005/8/layout/hierarchy1"/>
    <dgm:cxn modelId="{F34AD245-7711-4B91-807E-EFD22190B152}" type="presParOf" srcId="{1A357FFE-7DD7-4BA5-AD53-F571C55F7C54}" destId="{9957353F-B455-433E-8711-0C4370030470}" srcOrd="3" destOrd="0" presId="urn:microsoft.com/office/officeart/2005/8/layout/hierarchy1"/>
    <dgm:cxn modelId="{63B0D3FD-028D-4CBE-8963-987F8429955F}" type="presParOf" srcId="{9957353F-B455-433E-8711-0C4370030470}" destId="{8D27DE5D-F0F9-426A-990F-D9B5E2974454}" srcOrd="0" destOrd="0" presId="urn:microsoft.com/office/officeart/2005/8/layout/hierarchy1"/>
    <dgm:cxn modelId="{8FFFCEE3-CB4E-4DBB-B818-B344DF70B938}" type="presParOf" srcId="{8D27DE5D-F0F9-426A-990F-D9B5E2974454}" destId="{1D08BD85-5F1C-4224-ACCB-73BC90B8D558}" srcOrd="0" destOrd="0" presId="urn:microsoft.com/office/officeart/2005/8/layout/hierarchy1"/>
    <dgm:cxn modelId="{1D7C1569-8118-4974-9892-5D1C44883CAA}" type="presParOf" srcId="{8D27DE5D-F0F9-426A-990F-D9B5E2974454}" destId="{0669D90F-8617-4ADB-B82C-27F513362998}" srcOrd="1" destOrd="0" presId="urn:microsoft.com/office/officeart/2005/8/layout/hierarchy1"/>
    <dgm:cxn modelId="{EA0088C7-5B4A-4CC3-8AAD-572239A5C200}" type="presParOf" srcId="{9957353F-B455-433E-8711-0C4370030470}" destId="{E7955C33-3C62-47BD-A9A2-9A52A3189D69}" srcOrd="1" destOrd="0" presId="urn:microsoft.com/office/officeart/2005/8/layout/hierarchy1"/>
    <dgm:cxn modelId="{C3630DDD-0F36-4EC9-9CA8-5CFD3746D3DC}" type="presParOf" srcId="{57ABD2E1-80FE-4C51-BF81-598B8094F09E}" destId="{D9D87118-C1F3-43A6-9147-8AB04E58F174}" srcOrd="2" destOrd="0" presId="urn:microsoft.com/office/officeart/2005/8/layout/hierarchy1"/>
    <dgm:cxn modelId="{DB2E0AED-8916-4B35-8DAB-7F56225D3A37}" type="presParOf" srcId="{D9D87118-C1F3-43A6-9147-8AB04E58F174}" destId="{76B6FA9C-6207-4D73-B563-09200B352B3A}" srcOrd="0" destOrd="0" presId="urn:microsoft.com/office/officeart/2005/8/layout/hierarchy1"/>
    <dgm:cxn modelId="{E53DDCAF-AB77-481C-8143-353491C8BC08}" type="presParOf" srcId="{76B6FA9C-6207-4D73-B563-09200B352B3A}" destId="{D666A3BB-1865-4B01-BF87-D24A3B2934B2}" srcOrd="0" destOrd="0" presId="urn:microsoft.com/office/officeart/2005/8/layout/hierarchy1"/>
    <dgm:cxn modelId="{2B8516D0-18E5-445D-B828-EB7C86B04A9D}" type="presParOf" srcId="{76B6FA9C-6207-4D73-B563-09200B352B3A}" destId="{5990929D-50FB-4504-A4C5-C0133E03BA70}" srcOrd="1" destOrd="0" presId="urn:microsoft.com/office/officeart/2005/8/layout/hierarchy1"/>
    <dgm:cxn modelId="{F4059CD3-A6DC-438C-8665-31B84D060EF7}" type="presParOf" srcId="{D9D87118-C1F3-43A6-9147-8AB04E58F174}" destId="{C271B254-AA7D-4A0F-9748-28C939A534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DC89BD-C82F-4A47-AE94-A0982F5C762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7D2019-F670-4869-AC08-24959651C76F}">
      <dgm:prSet/>
      <dgm:spPr/>
      <dgm:t>
        <a:bodyPr/>
        <a:lstStyle/>
        <a:p>
          <a:r>
            <a:rPr lang="en-US"/>
            <a:t>FastAPI, Uvicorn</a:t>
          </a:r>
        </a:p>
      </dgm:t>
    </dgm:pt>
    <dgm:pt modelId="{CABBFDFE-CAB9-45E9-B60F-3B9CB1F6F397}" type="parTrans" cxnId="{DE585975-3F42-49C2-9B1B-A1774FF477FD}">
      <dgm:prSet/>
      <dgm:spPr/>
      <dgm:t>
        <a:bodyPr/>
        <a:lstStyle/>
        <a:p>
          <a:endParaRPr lang="en-US"/>
        </a:p>
      </dgm:t>
    </dgm:pt>
    <dgm:pt modelId="{53F2DF96-55B7-484F-9E6B-7A707C356010}" type="sibTrans" cxnId="{DE585975-3F42-49C2-9B1B-A1774FF477FD}">
      <dgm:prSet/>
      <dgm:spPr/>
      <dgm:t>
        <a:bodyPr/>
        <a:lstStyle/>
        <a:p>
          <a:endParaRPr lang="en-US"/>
        </a:p>
      </dgm:t>
    </dgm:pt>
    <dgm:pt modelId="{83502183-036B-40D9-9882-261A5085A98D}">
      <dgm:prSet/>
      <dgm:spPr/>
      <dgm:t>
        <a:bodyPr/>
        <a:lstStyle/>
        <a:p>
          <a:r>
            <a:rPr lang="en-US" dirty="0" err="1"/>
            <a:t>Ollama</a:t>
          </a:r>
          <a:r>
            <a:rPr lang="en-US" dirty="0"/>
            <a:t>, Requests</a:t>
          </a:r>
        </a:p>
      </dgm:t>
    </dgm:pt>
    <dgm:pt modelId="{09766EDB-5292-46D3-BD47-9BE11A06506C}" type="parTrans" cxnId="{64176701-2F90-4224-84F5-CC78D27A7C86}">
      <dgm:prSet/>
      <dgm:spPr/>
      <dgm:t>
        <a:bodyPr/>
        <a:lstStyle/>
        <a:p>
          <a:endParaRPr lang="en-US"/>
        </a:p>
      </dgm:t>
    </dgm:pt>
    <dgm:pt modelId="{24FFE404-65D9-414D-A219-A1D08668F0A0}" type="sibTrans" cxnId="{64176701-2F90-4224-84F5-CC78D27A7C86}">
      <dgm:prSet/>
      <dgm:spPr/>
      <dgm:t>
        <a:bodyPr/>
        <a:lstStyle/>
        <a:p>
          <a:endParaRPr lang="en-US"/>
        </a:p>
      </dgm:t>
    </dgm:pt>
    <dgm:pt modelId="{5FD5D0B5-9E38-44AB-881A-0838B8DFA9D8}">
      <dgm:prSet/>
      <dgm:spPr/>
      <dgm:t>
        <a:bodyPr/>
        <a:lstStyle/>
        <a:p>
          <a:r>
            <a:rPr lang="en-US"/>
            <a:t>Jinja2, JUnit XML</a:t>
          </a:r>
        </a:p>
      </dgm:t>
    </dgm:pt>
    <dgm:pt modelId="{47DE2580-1DF3-42DA-A75E-AAB4FA07310F}" type="parTrans" cxnId="{97B02FF1-ADC7-4CCD-A313-51C1E8A6118F}">
      <dgm:prSet/>
      <dgm:spPr/>
      <dgm:t>
        <a:bodyPr/>
        <a:lstStyle/>
        <a:p>
          <a:endParaRPr lang="en-US"/>
        </a:p>
      </dgm:t>
    </dgm:pt>
    <dgm:pt modelId="{9890CC5D-417D-4F68-BA93-2102D9CB2FCE}" type="sibTrans" cxnId="{97B02FF1-ADC7-4CCD-A313-51C1E8A6118F}">
      <dgm:prSet/>
      <dgm:spPr/>
      <dgm:t>
        <a:bodyPr/>
        <a:lstStyle/>
        <a:p>
          <a:endParaRPr lang="en-US"/>
        </a:p>
      </dgm:t>
    </dgm:pt>
    <dgm:pt modelId="{A04DD10D-5E97-4748-B30B-D0434DCDB7BD}">
      <dgm:prSet/>
      <dgm:spPr/>
      <dgm:t>
        <a:bodyPr/>
        <a:lstStyle/>
        <a:p>
          <a:r>
            <a:rPr lang="en-US"/>
            <a:t>Python 3</a:t>
          </a:r>
        </a:p>
      </dgm:t>
    </dgm:pt>
    <dgm:pt modelId="{35200224-FF05-458F-A4BA-4280B6849997}" type="parTrans" cxnId="{D62FB52F-698B-4E6D-B547-37C6066CE1BD}">
      <dgm:prSet/>
      <dgm:spPr/>
      <dgm:t>
        <a:bodyPr/>
        <a:lstStyle/>
        <a:p>
          <a:endParaRPr lang="en-US"/>
        </a:p>
      </dgm:t>
    </dgm:pt>
    <dgm:pt modelId="{18154FD3-6AAE-4A0D-938E-D15550BD1840}" type="sibTrans" cxnId="{D62FB52F-698B-4E6D-B547-37C6066CE1BD}">
      <dgm:prSet/>
      <dgm:spPr/>
      <dgm:t>
        <a:bodyPr/>
        <a:lstStyle/>
        <a:p>
          <a:endParaRPr lang="en-US"/>
        </a:p>
      </dgm:t>
    </dgm:pt>
    <dgm:pt modelId="{E6C3FEB1-4512-478C-A746-0152CF3724BA}" type="pres">
      <dgm:prSet presAssocID="{53DC89BD-C82F-4A47-AE94-A0982F5C7626}" presName="matrix" presStyleCnt="0">
        <dgm:presLayoutVars>
          <dgm:chMax val="1"/>
          <dgm:dir/>
          <dgm:resizeHandles val="exact"/>
        </dgm:presLayoutVars>
      </dgm:prSet>
      <dgm:spPr/>
    </dgm:pt>
    <dgm:pt modelId="{2EC44250-B77D-4833-8EB5-13F370112EEA}" type="pres">
      <dgm:prSet presAssocID="{53DC89BD-C82F-4A47-AE94-A0982F5C7626}" presName="diamond" presStyleLbl="bgShp" presStyleIdx="0" presStyleCnt="1"/>
      <dgm:spPr/>
    </dgm:pt>
    <dgm:pt modelId="{883B7F59-6A5B-4125-8B3C-B986C6B9350F}" type="pres">
      <dgm:prSet presAssocID="{53DC89BD-C82F-4A47-AE94-A0982F5C762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1A6A04C-D372-40A8-AAC7-2ABA007C2FF3}" type="pres">
      <dgm:prSet presAssocID="{53DC89BD-C82F-4A47-AE94-A0982F5C762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05F49E-AC7C-438E-A8E5-916912F7E266}" type="pres">
      <dgm:prSet presAssocID="{53DC89BD-C82F-4A47-AE94-A0982F5C762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C3B09C6-0976-456A-B441-905F8AE7CE06}" type="pres">
      <dgm:prSet presAssocID="{53DC89BD-C82F-4A47-AE94-A0982F5C762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4176701-2F90-4224-84F5-CC78D27A7C86}" srcId="{53DC89BD-C82F-4A47-AE94-A0982F5C7626}" destId="{83502183-036B-40D9-9882-261A5085A98D}" srcOrd="1" destOrd="0" parTransId="{09766EDB-5292-46D3-BD47-9BE11A06506C}" sibTransId="{24FFE404-65D9-414D-A219-A1D08668F0A0}"/>
    <dgm:cxn modelId="{F6B11420-B42C-48B8-BD16-808BC57D5A4D}" type="presOf" srcId="{53DC89BD-C82F-4A47-AE94-A0982F5C7626}" destId="{E6C3FEB1-4512-478C-A746-0152CF3724BA}" srcOrd="0" destOrd="0" presId="urn:microsoft.com/office/officeart/2005/8/layout/matrix3"/>
    <dgm:cxn modelId="{D62FB52F-698B-4E6D-B547-37C6066CE1BD}" srcId="{53DC89BD-C82F-4A47-AE94-A0982F5C7626}" destId="{A04DD10D-5E97-4748-B30B-D0434DCDB7BD}" srcOrd="3" destOrd="0" parTransId="{35200224-FF05-458F-A4BA-4280B6849997}" sibTransId="{18154FD3-6AAE-4A0D-938E-D15550BD1840}"/>
    <dgm:cxn modelId="{F92B7E5B-592F-4CE2-9085-6D8727D3DFF3}" type="presOf" srcId="{83502183-036B-40D9-9882-261A5085A98D}" destId="{61A6A04C-D372-40A8-AAC7-2ABA007C2FF3}" srcOrd="0" destOrd="0" presId="urn:microsoft.com/office/officeart/2005/8/layout/matrix3"/>
    <dgm:cxn modelId="{DE585975-3F42-49C2-9B1B-A1774FF477FD}" srcId="{53DC89BD-C82F-4A47-AE94-A0982F5C7626}" destId="{B97D2019-F670-4869-AC08-24959651C76F}" srcOrd="0" destOrd="0" parTransId="{CABBFDFE-CAB9-45E9-B60F-3B9CB1F6F397}" sibTransId="{53F2DF96-55B7-484F-9E6B-7A707C356010}"/>
    <dgm:cxn modelId="{FF7DAEB4-42BE-4E66-9EE4-50F7E3DEED3D}" type="presOf" srcId="{5FD5D0B5-9E38-44AB-881A-0838B8DFA9D8}" destId="{A805F49E-AC7C-438E-A8E5-916912F7E266}" srcOrd="0" destOrd="0" presId="urn:microsoft.com/office/officeart/2005/8/layout/matrix3"/>
    <dgm:cxn modelId="{7A749CC9-4CB0-4161-B7A0-588003DDEF6A}" type="presOf" srcId="{A04DD10D-5E97-4748-B30B-D0434DCDB7BD}" destId="{2C3B09C6-0976-456A-B441-905F8AE7CE06}" srcOrd="0" destOrd="0" presId="urn:microsoft.com/office/officeart/2005/8/layout/matrix3"/>
    <dgm:cxn modelId="{549075E8-A9C9-4280-9EF1-F1DC5C49D936}" type="presOf" srcId="{B97D2019-F670-4869-AC08-24959651C76F}" destId="{883B7F59-6A5B-4125-8B3C-B986C6B9350F}" srcOrd="0" destOrd="0" presId="urn:microsoft.com/office/officeart/2005/8/layout/matrix3"/>
    <dgm:cxn modelId="{97B02FF1-ADC7-4CCD-A313-51C1E8A6118F}" srcId="{53DC89BD-C82F-4A47-AE94-A0982F5C7626}" destId="{5FD5D0B5-9E38-44AB-881A-0838B8DFA9D8}" srcOrd="2" destOrd="0" parTransId="{47DE2580-1DF3-42DA-A75E-AAB4FA07310F}" sibTransId="{9890CC5D-417D-4F68-BA93-2102D9CB2FCE}"/>
    <dgm:cxn modelId="{78B50030-6A05-4130-A6AC-6EF207B9D098}" type="presParOf" srcId="{E6C3FEB1-4512-478C-A746-0152CF3724BA}" destId="{2EC44250-B77D-4833-8EB5-13F370112EEA}" srcOrd="0" destOrd="0" presId="urn:microsoft.com/office/officeart/2005/8/layout/matrix3"/>
    <dgm:cxn modelId="{59C8F0D1-1961-4EB4-A87B-405361490EB0}" type="presParOf" srcId="{E6C3FEB1-4512-478C-A746-0152CF3724BA}" destId="{883B7F59-6A5B-4125-8B3C-B986C6B9350F}" srcOrd="1" destOrd="0" presId="urn:microsoft.com/office/officeart/2005/8/layout/matrix3"/>
    <dgm:cxn modelId="{D3FD57F5-9062-479B-BDA1-D027D865BB80}" type="presParOf" srcId="{E6C3FEB1-4512-478C-A746-0152CF3724BA}" destId="{61A6A04C-D372-40A8-AAC7-2ABA007C2FF3}" srcOrd="2" destOrd="0" presId="urn:microsoft.com/office/officeart/2005/8/layout/matrix3"/>
    <dgm:cxn modelId="{B014C1D7-212B-4074-87D6-A7615ED3E973}" type="presParOf" srcId="{E6C3FEB1-4512-478C-A746-0152CF3724BA}" destId="{A805F49E-AC7C-438E-A8E5-916912F7E266}" srcOrd="3" destOrd="0" presId="urn:microsoft.com/office/officeart/2005/8/layout/matrix3"/>
    <dgm:cxn modelId="{5FC04517-7B6B-409E-8FBB-FE38FAC3BC5F}" type="presParOf" srcId="{E6C3FEB1-4512-478C-A746-0152CF3724BA}" destId="{2C3B09C6-0976-456A-B441-905F8AE7CE0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98978-1AD6-4017-BE91-F94E7E1CF8C3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84DDD-DA20-4893-8154-DFB46A9F7BE3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Project Name:</a:t>
          </a:r>
          <a:r>
            <a:rPr lang="en-US" sz="1700" kern="1200" dirty="0"/>
            <a:t> API AI Tester </a:t>
          </a:r>
        </a:p>
      </dsp:txBody>
      <dsp:txXfrm>
        <a:off x="283960" y="1066136"/>
        <a:ext cx="2107770" cy="1308711"/>
      </dsp:txXfrm>
    </dsp:sp>
    <dsp:sp modelId="{08A97130-9A18-4EC1-9722-BA8737AAD875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3C920-9714-4541-BBD5-C5F4D8F79141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Intelligent, AI-Powered API Testing for the Enterprise</a:t>
          </a:r>
        </a:p>
      </dsp:txBody>
      <dsp:txXfrm>
        <a:off x="2959652" y="1066136"/>
        <a:ext cx="2107770" cy="1308711"/>
      </dsp:txXfrm>
    </dsp:sp>
    <dsp:sp modelId="{78AD033F-B11A-4C2F-AE3E-8DB4677993D3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FE47D-72A7-4879-ADF5-CABBAB1538E4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Automatic generation, execution, and reporting—100% offline. 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77031-64D8-4F56-9151-5CBADD2DB936}">
      <dsp:nvSpPr>
        <dsp:cNvPr id="0" name=""/>
        <dsp:cNvSpPr/>
      </dsp:nvSpPr>
      <dsp:spPr>
        <a:xfrm>
          <a:off x="0" y="531"/>
          <a:ext cx="7886700" cy="1243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91CA6-9CD7-4979-B58C-63E0CAA2ADC8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2ACE4-C818-4D68-8739-2142FA06ABFB}">
      <dsp:nvSpPr>
        <dsp:cNvPr id="0" name=""/>
        <dsp:cNvSpPr/>
      </dsp:nvSpPr>
      <dsp:spPr>
        <a:xfrm>
          <a:off x="1435988" y="5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/>
            <a:t>The Problem:</a:t>
          </a:r>
          <a:r>
            <a:rPr lang="en-US" sz="2300" b="0" i="0" kern="1200" baseline="0" dirty="0"/>
            <a:t> Manual API testing is slow, cloud-based AI testing risks data privacy and hits quota limits. </a:t>
          </a:r>
          <a:endParaRPr lang="en-US" sz="2300" kern="1200" dirty="0"/>
        </a:p>
      </dsp:txBody>
      <dsp:txXfrm>
        <a:off x="1435988" y="531"/>
        <a:ext cx="6450711" cy="1243280"/>
      </dsp:txXfrm>
    </dsp:sp>
    <dsp:sp modelId="{4A8ACCED-93A1-4A86-A241-9A27E67E7B10}">
      <dsp:nvSpPr>
        <dsp:cNvPr id="0" name=""/>
        <dsp:cNvSpPr/>
      </dsp:nvSpPr>
      <dsp:spPr>
        <a:xfrm>
          <a:off x="0" y="1554631"/>
          <a:ext cx="7886700" cy="1243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43204-F32F-47E3-B210-648D078C6AD4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2FFB2-F210-4BC5-8262-EF0CBDEE3486}">
      <dsp:nvSpPr>
        <dsp:cNvPr id="0" name=""/>
        <dsp:cNvSpPr/>
      </dsp:nvSpPr>
      <dsp:spPr>
        <a:xfrm>
          <a:off x="1435988" y="15546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/>
            <a:t>The Solution:</a:t>
          </a:r>
          <a:r>
            <a:rPr lang="en-US" sz="2300" b="0" i="0" kern="1200" baseline="0" dirty="0"/>
            <a:t> A modular framework that combines </a:t>
          </a:r>
          <a:r>
            <a:rPr lang="en-US" sz="2300" b="1" i="0" kern="1200" baseline="0" dirty="0"/>
            <a:t>deterministic rules</a:t>
          </a:r>
          <a:r>
            <a:rPr lang="en-US" sz="2300" b="0" i="0" kern="1200" baseline="0" dirty="0"/>
            <a:t> &amp; </a:t>
          </a:r>
          <a:r>
            <a:rPr lang="en-US" sz="2300" b="1" i="0" kern="1200" baseline="0" dirty="0"/>
            <a:t>local LLMs</a:t>
          </a:r>
          <a:r>
            <a:rPr lang="en-US" sz="2300" b="0" i="0" kern="1200" baseline="0" dirty="0"/>
            <a:t> to generate realistic test cases from </a:t>
          </a:r>
          <a:r>
            <a:rPr lang="en-US" sz="2300" b="0" i="0" kern="1200" baseline="0" dirty="0" err="1"/>
            <a:t>OpenAPI</a:t>
          </a:r>
          <a:r>
            <a:rPr lang="en-US" sz="2300" b="0" i="0" kern="1200" baseline="0" dirty="0"/>
            <a:t>/Swagger specs. </a:t>
          </a:r>
          <a:endParaRPr lang="en-US" sz="2300" kern="1200" dirty="0"/>
        </a:p>
      </dsp:txBody>
      <dsp:txXfrm>
        <a:off x="1435988" y="1554631"/>
        <a:ext cx="6450711" cy="1243280"/>
      </dsp:txXfrm>
    </dsp:sp>
    <dsp:sp modelId="{FD60C4B4-788D-40F1-8819-59FC6798170F}">
      <dsp:nvSpPr>
        <dsp:cNvPr id="0" name=""/>
        <dsp:cNvSpPr/>
      </dsp:nvSpPr>
      <dsp:spPr>
        <a:xfrm>
          <a:off x="0" y="3108732"/>
          <a:ext cx="7886700" cy="1243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08C18-07CE-4BE2-8112-1BF3EC366140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D172C-283A-4C93-B13F-98AA99E97E34}">
      <dsp:nvSpPr>
        <dsp:cNvPr id="0" name=""/>
        <dsp:cNvSpPr/>
      </dsp:nvSpPr>
      <dsp:spPr>
        <a:xfrm>
          <a:off x="1435988" y="3108732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Key Value:</a:t>
          </a:r>
          <a:r>
            <a:rPr lang="en-US" sz="2300" b="0" i="0" kern="1200" baseline="0"/>
            <a:t> Fully secure, and enterprise-ready</a:t>
          </a:r>
          <a:endParaRPr lang="en-US" sz="2300" kern="1200"/>
        </a:p>
      </dsp:txBody>
      <dsp:txXfrm>
        <a:off x="1435988" y="3108732"/>
        <a:ext cx="6450711" cy="1243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7B08A-DE6A-46EA-8D0C-EE0D5093B29E}">
      <dsp:nvSpPr>
        <dsp:cNvPr id="0" name=""/>
        <dsp:cNvSpPr/>
      </dsp:nvSpPr>
      <dsp:spPr>
        <a:xfrm>
          <a:off x="3784925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685"/>
              </a:lnTo>
              <a:lnTo>
                <a:pt x="1176886" y="381685"/>
              </a:lnTo>
              <a:lnTo>
                <a:pt x="1176886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8AE800-61AA-4BB8-89BD-9E5C0FF69C32}">
      <dsp:nvSpPr>
        <dsp:cNvPr id="0" name=""/>
        <dsp:cNvSpPr/>
      </dsp:nvSpPr>
      <dsp:spPr>
        <a:xfrm>
          <a:off x="2608039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1176886" y="0"/>
              </a:moveTo>
              <a:lnTo>
                <a:pt x="1176886" y="381685"/>
              </a:lnTo>
              <a:lnTo>
                <a:pt x="0" y="381685"/>
              </a:lnTo>
              <a:lnTo>
                <a:pt x="0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398C6-4733-47FF-963A-B99E79B1F6AF}">
      <dsp:nvSpPr>
        <dsp:cNvPr id="0" name=""/>
        <dsp:cNvSpPr/>
      </dsp:nvSpPr>
      <dsp:spPr>
        <a:xfrm>
          <a:off x="468246" y="373"/>
          <a:ext cx="1925813" cy="12228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DDD1A-29CA-4AE3-A0FC-169B154502BC}">
      <dsp:nvSpPr>
        <dsp:cNvPr id="0" name=""/>
        <dsp:cNvSpPr/>
      </dsp:nvSpPr>
      <dsp:spPr>
        <a:xfrm>
          <a:off x="682225" y="203653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Local LLM Runtime:</a:t>
          </a:r>
          <a:r>
            <a:rPr lang="en-US" sz="1400" b="0" i="0" kern="1200" baseline="0"/>
            <a:t> Uses </a:t>
          </a:r>
          <a:r>
            <a:rPr lang="en-US" sz="1400" b="1" i="0" kern="1200" baseline="0"/>
            <a:t>Ollama</a:t>
          </a:r>
          <a:r>
            <a:rPr lang="en-US" sz="1400" b="0" i="0" kern="1200" baseline="0"/>
            <a:t> to run models locally—no API keys or cloud data leakage. </a:t>
          </a:r>
          <a:endParaRPr lang="en-US" sz="1400" kern="1200"/>
        </a:p>
      </dsp:txBody>
      <dsp:txXfrm>
        <a:off x="718042" y="239470"/>
        <a:ext cx="1854179" cy="1151257"/>
      </dsp:txXfrm>
    </dsp:sp>
    <dsp:sp modelId="{2288D7FD-B212-45B3-80B9-2CE217379188}">
      <dsp:nvSpPr>
        <dsp:cNvPr id="0" name=""/>
        <dsp:cNvSpPr/>
      </dsp:nvSpPr>
      <dsp:spPr>
        <a:xfrm>
          <a:off x="2822018" y="373"/>
          <a:ext cx="1925813" cy="12228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BE291-F132-42B7-A8A6-16B5EBA52D57}">
      <dsp:nvSpPr>
        <dsp:cNvPr id="0" name=""/>
        <dsp:cNvSpPr/>
      </dsp:nvSpPr>
      <dsp:spPr>
        <a:xfrm>
          <a:off x="3035997" y="203653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Model Flexibility:</a:t>
          </a:r>
          <a:r>
            <a:rPr lang="en-US" sz="1400" b="0" i="0" kern="1200" baseline="0"/>
            <a:t> Supports various models based on need: </a:t>
          </a:r>
          <a:endParaRPr lang="en-US" sz="1400" kern="1200"/>
        </a:p>
      </dsp:txBody>
      <dsp:txXfrm>
        <a:off x="3071814" y="239470"/>
        <a:ext cx="1854179" cy="1151257"/>
      </dsp:txXfrm>
    </dsp:sp>
    <dsp:sp modelId="{36861212-7C05-4A25-BB8C-BEB4C4EDDEC2}">
      <dsp:nvSpPr>
        <dsp:cNvPr id="0" name=""/>
        <dsp:cNvSpPr/>
      </dsp:nvSpPr>
      <dsp:spPr>
        <a:xfrm>
          <a:off x="1645132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B361E-FF57-4D04-82AF-2640FEDBF1FB}">
      <dsp:nvSpPr>
        <dsp:cNvPr id="0" name=""/>
        <dsp:cNvSpPr/>
      </dsp:nvSpPr>
      <dsp:spPr>
        <a:xfrm>
          <a:off x="1859111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1" kern="1200" baseline="0" dirty="0"/>
            <a:t>Fast:</a:t>
          </a:r>
          <a:r>
            <a:rPr lang="en-US" sz="1400" b="0" i="0" kern="1200" baseline="0" dirty="0"/>
            <a:t> Qwen 2.5 (0.5B) for quick creation.</a:t>
          </a:r>
          <a:endParaRPr lang="en-US" sz="1400" kern="1200" dirty="0"/>
        </a:p>
      </dsp:txBody>
      <dsp:txXfrm>
        <a:off x="1894928" y="2022453"/>
        <a:ext cx="1854179" cy="1151257"/>
      </dsp:txXfrm>
    </dsp:sp>
    <dsp:sp modelId="{1D08BD85-5F1C-4224-ACCB-73BC90B8D558}">
      <dsp:nvSpPr>
        <dsp:cNvPr id="0" name=""/>
        <dsp:cNvSpPr/>
      </dsp:nvSpPr>
      <dsp:spPr>
        <a:xfrm>
          <a:off x="3998904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9D90F-8617-4ADB-B82C-27F513362998}">
      <dsp:nvSpPr>
        <dsp:cNvPr id="0" name=""/>
        <dsp:cNvSpPr/>
      </dsp:nvSpPr>
      <dsp:spPr>
        <a:xfrm>
          <a:off x="4212883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1" kern="1200" baseline="0"/>
            <a:t>Powerful:</a:t>
          </a:r>
          <a:r>
            <a:rPr lang="en-US" sz="1400" b="0" i="0" kern="1200" baseline="0"/>
            <a:t> Llama 3 (8B) for production-grade deep reasoning.</a:t>
          </a:r>
          <a:endParaRPr lang="en-US" sz="1400" kern="1200"/>
        </a:p>
      </dsp:txBody>
      <dsp:txXfrm>
        <a:off x="4248700" y="2022453"/>
        <a:ext cx="1854179" cy="1151257"/>
      </dsp:txXfrm>
    </dsp:sp>
    <dsp:sp modelId="{D666A3BB-1865-4B01-BF87-D24A3B2934B2}">
      <dsp:nvSpPr>
        <dsp:cNvPr id="0" name=""/>
        <dsp:cNvSpPr/>
      </dsp:nvSpPr>
      <dsp:spPr>
        <a:xfrm>
          <a:off x="5175790" y="373"/>
          <a:ext cx="1925813" cy="12228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0929D-50FB-4504-A4C5-C0133E03BA70}">
      <dsp:nvSpPr>
        <dsp:cNvPr id="0" name=""/>
        <dsp:cNvSpPr/>
      </dsp:nvSpPr>
      <dsp:spPr>
        <a:xfrm>
          <a:off x="5389770" y="203653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Smart Fallback:</a:t>
          </a:r>
          <a:r>
            <a:rPr lang="en-US" sz="1400" b="0" i="0" kern="1200" baseline="0"/>
            <a:t> If the LLM is unavailable, the system reverts to reliable rule-based generation.</a:t>
          </a:r>
          <a:endParaRPr lang="en-US" sz="1400" kern="1200"/>
        </a:p>
      </dsp:txBody>
      <dsp:txXfrm>
        <a:off x="5425587" y="239470"/>
        <a:ext cx="1854179" cy="1151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44250-B77D-4833-8EB5-13F370112EEA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B7F59-6A5B-4125-8B3C-B986C6B9350F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FastAPI, Uvicorn</a:t>
          </a:r>
        </a:p>
      </dsp:txBody>
      <dsp:txXfrm>
        <a:off x="2263900" y="496219"/>
        <a:ext cx="1531337" cy="1531337"/>
      </dsp:txXfrm>
    </dsp:sp>
    <dsp:sp modelId="{61A6A04C-D372-40A8-AAC7-2ABA007C2FF3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Ollama</a:t>
          </a:r>
          <a:r>
            <a:rPr lang="en-US" sz="2800" kern="1200" dirty="0"/>
            <a:t>, Requests</a:t>
          </a:r>
        </a:p>
      </dsp:txBody>
      <dsp:txXfrm>
        <a:off x="4091462" y="496219"/>
        <a:ext cx="1531337" cy="1531337"/>
      </dsp:txXfrm>
    </dsp:sp>
    <dsp:sp modelId="{A805F49E-AC7C-438E-A8E5-916912F7E266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Jinja2, JUnit XML</a:t>
          </a:r>
        </a:p>
      </dsp:txBody>
      <dsp:txXfrm>
        <a:off x="2263900" y="2323781"/>
        <a:ext cx="1531337" cy="1531337"/>
      </dsp:txXfrm>
    </dsp:sp>
    <dsp:sp modelId="{2C3B09C6-0976-456A-B441-905F8AE7CE06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Python 3</a:t>
          </a:r>
        </a:p>
      </dsp:txBody>
      <dsp:txXfrm>
        <a:off x="409146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Intelligent API Testing Framework with AI-powered test generation</a:t>
            </a:r>
            <a:br>
              <a:rPr lang="en-US" sz="3300" b="1"/>
            </a:br>
            <a:endParaRPr lang="en-US" sz="33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FE19D7-6E5F-9B88-5A71-F8FBCC110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11990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/>
              <a:t>The Problem &amp; Solution</a:t>
            </a:r>
            <a:br>
              <a:rPr lang="en-US" sz="3500" b="1"/>
            </a:br>
            <a:endParaRPr lang="en-US" sz="3500"/>
          </a:p>
        </p:txBody>
      </p:sp>
      <p:graphicFrame>
        <p:nvGraphicFramePr>
          <p:cNvPr id="10" name="Rectangle 3">
            <a:extLst>
              <a:ext uri="{FF2B5EF4-FFF2-40B4-BE49-F238E27FC236}">
                <a16:creationId xmlns:a16="http://schemas.microsoft.com/office/drawing/2014/main" id="{183D3520-3284-B88E-89A7-6176FA5B6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075610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High-Level Architecture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965ECC-6B6D-8003-0EEB-2386791A01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039" y="2330505"/>
            <a:ext cx="3419569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Presentation: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-based interactive web interface.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Intelligence: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Local AI runtime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supporting 6+ models (Llama 3, Phi-3, etc.).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Execution: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Parallel processing using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ThreadPoolExecutor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high-speed results.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23005-DAE9-E36E-AC3F-59B22641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4" r="1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200" b="1">
                <a:latin typeface="Arial" panose="020B0604020202020204" pitchFamily="34" charset="0"/>
              </a:rPr>
              <a:t>AI Intelligence Layer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C9E6A62-DD32-FD15-C69D-583DB18C3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38751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C78D1-069C-C9F1-FF43-5653046B5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7466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6390"/>
            <a:ext cx="4616991" cy="1182927"/>
          </a:xfrm>
        </p:spPr>
        <p:txBody>
          <a:bodyPr anchor="b">
            <a:normAutofit/>
          </a:bodyPr>
          <a:lstStyle/>
          <a:p>
            <a:pPr lvl="0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3800" b="1">
                <a:latin typeface="Arial" panose="020B0604020202020204" pitchFamily="34" charset="0"/>
              </a:rPr>
              <a:t>End-to-End Workflow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F467D4EF-E6CB-AC99-7A63-443A63BB6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832" y="2829330"/>
            <a:ext cx="4642809" cy="3344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Ingest: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Provide Swagger/OpenAPI URL.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Generate: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AI enriches tests with semantic understanding and realistic payloads.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Execute: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Parallel execution of GET, POST, PUT, and DELETE calls.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Report: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Automatic generation of HTML dashboards and JUnit XML for CI/CD (Jenkins).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08FE52B8-2376-68C6-CF7C-1E2B4BB4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192" y="915594"/>
            <a:ext cx="3607192" cy="5576645"/>
          </a:xfrm>
          <a:prstGeom prst="rect">
            <a:avLst/>
          </a:prstGeom>
        </p:spPr>
      </p:pic>
      <p:sp>
        <p:nvSpPr>
          <p:cNvPr id="1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899284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218992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608347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540" y="556079"/>
            <a:ext cx="6858004" cy="5745847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-1"/>
            <a:ext cx="6088748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1301556" y="1609025"/>
            <a:ext cx="5005754" cy="3754316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D7B3C-CEA9-B14F-F369-BEF34CC63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61" y="857251"/>
            <a:ext cx="4664686" cy="3160113"/>
          </a:xfrm>
        </p:spPr>
        <p:txBody>
          <a:bodyPr anchor="b">
            <a:normAutofit/>
          </a:bodyPr>
          <a:lstStyle/>
          <a:p>
            <a:pPr algn="l"/>
            <a:r>
              <a:rPr lang="en-US" sz="80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4354178"/>
            <a:ext cx="6088747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Graphic 26" descr="Album">
            <a:extLst>
              <a:ext uri="{FF2B5EF4-FFF2-40B4-BE49-F238E27FC236}">
                <a16:creationId xmlns:a16="http://schemas.microsoft.com/office/drawing/2014/main" id="{773908E5-C2EF-D883-A8E8-2D81F62E2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0735" y="2238817"/>
            <a:ext cx="2380365" cy="238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ACA4A9-B716-43D4-D87D-32A1F3B811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1891970"/>
            <a:ext cx="7293023" cy="45728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Improved test coverage: </a:t>
            </a:r>
            <a:r>
              <a:rPr lang="en-US" sz="1600" dirty="0"/>
              <a:t>Expanding beyond ~60% to include complex edge cases and boundary validations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Data-Driven &amp; Parameterized Testing: </a:t>
            </a:r>
            <a:r>
              <a:rPr lang="en-US" sz="1600" dirty="0"/>
              <a:t>Executing tests against multiple AI-generated or file-based datasets.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Validation: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Moving beyond status codes to full Response Body &amp; Schema validation.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Chain of Thought Testing: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Supporting "ID Chaining" where output from one API (e.g.,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POST /user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) feeds the next (e.g.,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GET /user/{id}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Advanced Auth: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Expanding to OAuth 2.0, JWT, and multi-step token refresh flows.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Smarter Optimization: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AI to prioritize high-risk endpoints and detect breaking changes across API versions.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608347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540" y="556079"/>
            <a:ext cx="6858004" cy="5745847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-1"/>
            <a:ext cx="6088748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1301556" y="1609025"/>
            <a:ext cx="5005754" cy="3754316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61" y="857251"/>
            <a:ext cx="4664686" cy="31601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4354178"/>
            <a:ext cx="6088747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ADC654B-AFA0-34E9-1260-FF753D560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0735" y="2238817"/>
            <a:ext cx="2380365" cy="2380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395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Unicode MS</vt:lpstr>
      <vt:lpstr>Arial</vt:lpstr>
      <vt:lpstr>Calibri</vt:lpstr>
      <vt:lpstr>Office Theme</vt:lpstr>
      <vt:lpstr>Intelligent API Testing Framework with AI-powered test generation </vt:lpstr>
      <vt:lpstr>The Problem &amp; Solution </vt:lpstr>
      <vt:lpstr>High-Level Architecture</vt:lpstr>
      <vt:lpstr>AI Intelligence Layer</vt:lpstr>
      <vt:lpstr>Tech Stack</vt:lpstr>
      <vt:lpstr>End-to-End Workflow</vt:lpstr>
      <vt:lpstr>Demo</vt:lpstr>
      <vt:lpstr>Future Enhancements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Pagadala Pranay Bhaskar</cp:lastModifiedBy>
  <cp:revision>25</cp:revision>
  <dcterms:created xsi:type="dcterms:W3CDTF">2013-01-27T09:14:16Z</dcterms:created>
  <dcterms:modified xsi:type="dcterms:W3CDTF">2026-01-19T06:12:50Z</dcterms:modified>
  <cp:category/>
</cp:coreProperties>
</file>